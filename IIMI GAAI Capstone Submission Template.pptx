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6" r:id="rId4"/>
    <p:sldMasterId id="2147483977" r:id="rId5"/>
    <p:sldMasterId id="2147484120" r:id="rId6"/>
    <p:sldMasterId id="2147483939" r:id="rId7"/>
    <p:sldMasterId id="2147483871" r:id="rId8"/>
    <p:sldMasterId id="2147484146" r:id="rId9"/>
  </p:sldMasterIdLst>
  <p:notesMasterIdLst>
    <p:notesMasterId r:id="rId47"/>
  </p:notesMasterIdLst>
  <p:handoutMasterIdLst>
    <p:handoutMasterId r:id="rId48"/>
  </p:handoutMasterIdLst>
  <p:sldIdLst>
    <p:sldId id="2134" r:id="rId10"/>
    <p:sldId id="2238" r:id="rId11"/>
    <p:sldId id="2257" r:id="rId12"/>
    <p:sldId id="2258" r:id="rId13"/>
    <p:sldId id="2259" r:id="rId14"/>
    <p:sldId id="2260" r:id="rId15"/>
    <p:sldId id="2261" r:id="rId16"/>
    <p:sldId id="2262" r:id="rId17"/>
    <p:sldId id="2263" r:id="rId18"/>
    <p:sldId id="2264" r:id="rId19"/>
    <p:sldId id="2241" r:id="rId20"/>
    <p:sldId id="2291" r:id="rId21"/>
    <p:sldId id="2265" r:id="rId22"/>
    <p:sldId id="2266" r:id="rId23"/>
    <p:sldId id="2267" r:id="rId24"/>
    <p:sldId id="2268" r:id="rId25"/>
    <p:sldId id="2269" r:id="rId26"/>
    <p:sldId id="2270" r:id="rId27"/>
    <p:sldId id="2271" r:id="rId28"/>
    <p:sldId id="2272" r:id="rId29"/>
    <p:sldId id="2273" r:id="rId30"/>
    <p:sldId id="2274" r:id="rId31"/>
    <p:sldId id="2276" r:id="rId32"/>
    <p:sldId id="2277" r:id="rId33"/>
    <p:sldId id="2278" r:id="rId34"/>
    <p:sldId id="2279" r:id="rId35"/>
    <p:sldId id="2280" r:id="rId36"/>
    <p:sldId id="2281" r:id="rId37"/>
    <p:sldId id="2282" r:id="rId38"/>
    <p:sldId id="2283" r:id="rId39"/>
    <p:sldId id="2284" r:id="rId40"/>
    <p:sldId id="2285" r:id="rId41"/>
    <p:sldId id="2286" r:id="rId42"/>
    <p:sldId id="2287" r:id="rId43"/>
    <p:sldId id="2288" r:id="rId44"/>
    <p:sldId id="2290" r:id="rId45"/>
    <p:sldId id="2161" r:id="rId46"/>
  </p:sldIdLst>
  <p:sldSz cx="12192000" cy="6858000"/>
  <p:notesSz cx="6858000" cy="9144000"/>
  <p:defaultTextStyle>
    <a:defPPr>
      <a:defRPr lang="en-US"/>
    </a:defPPr>
    <a:lvl1pPr marL="0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3047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A73E00-D4AA-1910-D980-8B379E572794}" name="Ruqaiyya Harianawala" initials="RH" userId="Ruqaiyya Harianawala" providerId="None"/>
  <p188:author id="{F17F9A18-24F8-6846-6569-0EB5F9FE5440}" name="Anjali Dhyani" initials="AD" userId="Anjali Dhyani" providerId="None"/>
  <p188:author id="{C166D224-9491-8A8A-BE32-5EF3443C4E6E}" name="Rodman D'souza" initials="RD" userId="Rodman D'souza" providerId="None"/>
  <p188:author id="{118B3A43-ED80-E0B1-D3FC-C0A5FC50A0F1}" name="Akshaya  G" initials="AG" userId="S::akshaya@eduficdigital.com::68dac2b6-8197-47bf-97a6-284b31cae9c9" providerId="AD"/>
  <p188:author id="{AAB5154A-2917-A1E4-8C02-82414BAE9885}" name="Farkanda Javed" initials="FJ" userId="S::farkanda.javed@emeritus.org::8798fc62-9bb6-4573-aa07-6ed84a3a3520" providerId="AD"/>
  <p188:author id="{B4EFE86C-DCD9-DC35-1C87-E898CFE3D750}" name="Neeva Marcel" initials="NM" userId="S::neeva.marcel@emeritus.org::1f1a6e42-3b83-4987-872f-66635655cd1b" providerId="AD"/>
  <p188:author id="{FC46B790-CB21-85AE-B17F-8552CDBCAEC4}" name="Unmesh Zore" initials="UZ" userId="S::unmesh.zore@emeritus.org::3eb27d63-7db3-4b37-80b1-fc05274d7789" providerId="AD"/>
  <p188:author id="{74D8DFBE-B26B-3DEB-76FF-E582F694FC0E}" name="Shweta Katarne" initials="SK" userId="S::shweta.katarne@emeritus.org::89c0713b-1ed0-4921-a0b1-df954b932c5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varanjani V" initials="SV" lastIdx="8" clrIdx="0">
    <p:extLst>
      <p:ext uri="{19B8F6BF-5375-455C-9EA6-DF929625EA0E}">
        <p15:presenceInfo xmlns:p15="http://schemas.microsoft.com/office/powerpoint/2012/main" userId="Sivaranjani V" providerId="None"/>
      </p:ext>
    </p:extLst>
  </p:cmAuthor>
  <p:cmAuthor id="2" name="Rolin Castelino" initials="RC" lastIdx="17" clrIdx="1">
    <p:extLst>
      <p:ext uri="{19B8F6BF-5375-455C-9EA6-DF929625EA0E}">
        <p15:presenceInfo xmlns:p15="http://schemas.microsoft.com/office/powerpoint/2012/main" userId="Rolin Casteli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2175"/>
    <a:srgbClr val="3FBFAD"/>
    <a:srgbClr val="898989"/>
    <a:srgbClr val="0070C0"/>
    <a:srgbClr val="006E62"/>
    <a:srgbClr val="FFFFFF"/>
    <a:srgbClr val="F0F0F0"/>
    <a:srgbClr val="FFFFB9"/>
    <a:srgbClr val="529AE9"/>
    <a:srgbClr val="0060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930-07E0-7D78-D0B5-4458920658AB}" v="82" dt="2026-03-20T10:34:53.457"/>
    <p1510:client id="{43746879-C1AF-40BB-9742-9A674DD9C644}" v="1251" dt="2026-03-20T12:25:32.843"/>
    <p1510:client id="{44EA9309-B6C9-4B26-A486-3ED1F5830E26}" v="342" dt="2026-03-20T12:42:49.5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165" autoAdjust="0"/>
  </p:normalViewPr>
  <p:slideViewPr>
    <p:cSldViewPr snapToGrid="0">
      <p:cViewPr varScale="1">
        <p:scale>
          <a:sx n="55" d="100"/>
          <a:sy n="55" d="100"/>
        </p:scale>
        <p:origin x="1072" y="40"/>
      </p:cViewPr>
      <p:guideLst>
        <p:guide orient="horz" pos="2137"/>
        <p:guide pos="382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170DEA-46AC-4AE5-88A3-87A46D4D23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74222-4C8F-40EA-AAA3-1FF92869E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3DC27-6A10-4CAF-BE2E-9C007DB4BFE6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6965E-74FD-4FFB-AF77-1EAA60100A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36D49-4493-47F2-9373-053D8AB3FF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AE95A-4F9D-4E17-858D-5B776FB7F5B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1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F421D-DD92-4949-8852-2047C5E99004}" type="datetimeFigureOut">
              <a:rPr lang="en-IN" smtClean="0"/>
              <a:pPr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AA22E-435A-48F2-9B65-DD332C01EDA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56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4B64-B297-165C-292D-42179C5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ECDBC-D5D9-BDC9-71EC-3DBEAE4B6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5478E-FBCB-5796-A9FB-EA7DAEC07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3952C-164D-9BA2-E6D0-4C3DE12EB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381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08891-8B8D-6302-4C78-0BF65EEE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87175-A11F-0886-9536-B036DC512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8A3CD-F824-ED1E-E82F-96278BC1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09809-05D3-1F91-D329-FD7685F06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67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3D402-3563-5F2E-7796-9900E827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7E9A0-B827-BA3D-F064-F30F444A7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0D1F4-3595-5ECE-D201-4997C222C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62FF-2E01-D5DA-17C7-EAB6BC07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05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5248-991C-D7D2-DCF1-4ED344C4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D362-73F7-0159-B30E-54CD49DC8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C29C4-5819-2134-9F5B-EBA579F60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8A54-6808-6258-B2B5-5EA051B5D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621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8F66-1059-7C49-0EAD-A49E89C6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96A64-D020-589D-A17C-E4DD90CA4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C3168-510D-B98B-DFE3-C1832E97D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89F03-949B-4ECC-CA00-A5E48E219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810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71AC-9BA0-A803-EA71-C63BFEF4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7D0B5-FF7F-F438-2466-FB7BF613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69C1-5AE8-8710-235B-3DA287C90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4D4C4-781F-E7E3-199A-1AB7931E1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3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F377-3017-9975-8212-526AFD90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7897D-C244-AD22-7C7F-47B5BC5C6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2C12F-1ABE-B853-31B6-5122D33A5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0D72A-BAA1-8FDC-A69F-85BF34FF3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512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12EC-5D1A-4EC4-8303-CC5A42DA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72162-D222-FD04-01DC-4DD9602D1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958D8-DB11-03D0-7C59-E38CC3CC1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BCC84-61B5-D488-61CA-392ED237E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90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4794-B714-1FFF-A2F7-43EF9EBA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80A57-3521-7103-15D3-CE2465134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90D4A-5BB2-CB05-BA93-ACE92D743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DE281-4E8E-4A83-A80E-A931BBB57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533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01C8-C5EE-3A8C-F626-913A5070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D9A40-36B6-ADE9-7AFC-11046FACE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8F8D9-6998-F25C-EC0C-12A94F11B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FB6F5-F628-E7B7-CA5E-A8279FA9B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3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3A3E-85B5-6C75-5B17-1A61589B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45A71-95CF-CBFF-460E-70D142415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D6ED5-318E-F26A-C4F8-9DBFC3D9E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FD3E-F764-9EAD-84C8-EDC7F9520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094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7248-598B-CE66-7432-A76398F2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AF637-3F99-92C5-DB63-7BD01395D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6AC34-FB03-905B-2DEF-63BF563AC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E755F-8957-BBE7-11CC-98F373148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032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9220-579D-7657-99D2-D3FA4279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36CE1-B90C-BA45-C43D-43DA9689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D632F-647E-5A5B-B909-A485760BE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3058D-CF62-04C9-4D73-67AF9EBE8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32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FFED-FD8D-8426-91AF-60A4027D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82B58-4242-B2D2-B035-06F2AD773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CE1A6-66F4-2803-BD04-B72BA5839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6999A-83EE-02F3-071D-917071EF7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861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FAF9-8679-9887-8071-A48A145C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2FEA6-F50D-3CD5-A044-697F8060F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B5264-7A1E-3842-07FD-928F0FF32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53EBD-9EB7-58D3-B67C-5C785B608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826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5EE2-7CBB-74A1-FF32-C8FE0FDA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F4FCE-882B-8A1F-1811-B0948410A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0647A-98F3-6089-2A47-DA911B13B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DB91D-FB9D-6605-AC95-7E2357538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498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22A2-669D-19BB-13F6-7B10352F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4539B-C0C0-1BB6-4B84-1C89B5454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027E9D-EDC0-4FC2-B4E9-246EC026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EF72E-3F43-BAAA-BF58-06ACB86F5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45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A81D-2669-AB5D-D810-5C0B83C1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FF27C-0AA6-2627-C8DD-61DD61704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E12F8-7B09-3BE9-8B6A-AB36FA041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CFBB0-5E50-DB18-D2FF-903380EE2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07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4D38-C533-61D1-BEF7-393F081B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D5979-3BED-F9D6-1F5E-2A01A5D1A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C5C6C-18E8-A528-4615-6EEFD4735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7F145-C722-3EB0-F96F-E1E036AC6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313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C7D0-B607-E768-C838-88D6BB18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5998E-C40C-0298-00FD-D23EE40C2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61A77-8712-9319-BF26-9783E7FC6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88517-FFA4-4373-F2CF-28961D0E2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64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48137-A78A-1987-8425-D7C75C11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A5CAF-939B-EF3B-CD9F-FC97B40A5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D8FA5-F1C9-5366-71A1-95F956A82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5D38-12F9-0862-95AF-DDCF0EC58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44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51B9-DB11-9981-EB79-18B69FD1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59AE6-7BF7-FDD7-45E3-A21D43F99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B4196-02F6-15D7-A5D1-65DAE3A2D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4CEBA-A7F9-0D27-CCCD-0D788EAE3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46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D8C3-F498-6F53-EEA5-D04C1778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4AAB9-3545-85DB-59AE-8ED4A08A9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196A0-B520-547C-8BE1-9617B2D89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D5A80-29A0-28EB-DF0B-A87D5199B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500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C359-0148-8664-3B2C-C65CB3EF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EFCA2-9D51-F9F0-4112-258CCCD68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DA677-1F86-1091-8161-076AC9320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2622A-E858-5410-7684-5F94B0FBB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060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7C9A-F850-01B2-9F58-C102C682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40E5D-8D64-1201-705B-BCD92C11F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9797B-0625-D99C-D09B-2402EF1ED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9B79E-1F88-0959-70CC-82580B797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769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0A60-C764-AACB-E8BC-A25845AC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8485E-2C03-1A44-065A-E0D0F63F4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B28EE-98A5-A2E9-8042-A1113E72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BC076-1DCE-E3C1-3394-B1EBEAF49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181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8B08-81F8-A818-17B2-5C65C0F6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656FC-9AE4-0C74-30D6-9165AD87E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F1038-BA2A-AE0C-6B82-9538EAEB1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C63C-06C9-51FB-C831-C8751CD7B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3869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E7F1-FA89-FBBD-0F7A-7D2C7415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0155E-2F04-26F1-B127-A864AD171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377C2-BAA3-1C9F-06B3-8E971BEFE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5D4F0-40A3-2A64-6E1A-2DC064939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899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64A5-A751-89C5-C3C8-B1FE4340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EB2DF-6AFE-8CB6-3684-614EADAD1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D36FD-5DFF-F292-0F6B-08D115201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63620-F217-D586-F62C-8DDBD46B9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10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7D59-1400-027C-62A0-908AF08B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ED745-3614-AE22-C9B3-2DB04EE7E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E96D8-E159-4744-A034-29A66CFE6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77BD-274B-E591-CB75-56A58983E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2924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7472-2DA1-057F-6A38-9E06891C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382C0-A57E-7800-8A43-CEF0C7C80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4C7A7-DFCD-DBE4-4ECB-4054E194B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F0BFF-5A05-3737-33F1-1FA735CF3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955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328E7-5571-5929-46A2-4E5C4AF33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AF9EB-22E3-C211-26EA-2FE9D32B6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D3FEC-1FB8-0CA4-16B5-BB1206BB4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5387A-8254-75AE-5729-E42B756C7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92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0120-7B4F-0EDA-F16F-3DFEAD5B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052D-2C7E-83E4-CFEE-ADECD58D3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251DE-DBF5-7D97-695A-0F168C6D2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8163E-FB5A-DBA5-68CC-C152384578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8123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689A-2E4B-0386-BA18-61A54DFA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F08ED-B150-9CCD-A4A6-D65806EE4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84B96-E863-1555-7B6C-753CE28A3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AF027-278A-1951-51EE-CDE20D9FF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05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10DE-8A81-C111-8520-A1082240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346CE-283C-89B6-1A22-F8F7219AB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FA5EC-802E-33AB-E481-4FC3F36D6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1DE2D-7F05-C79D-EC0A-44A0C42B0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AA22E-435A-48F2-9B65-DD332C01EDA0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15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_Image + Text (left,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99520A56-D72C-4FA3-B7E0-A9002D1E3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7"/>
          <a:stretch/>
        </p:blipFill>
        <p:spPr>
          <a:xfrm>
            <a:off x="0" y="-90793"/>
            <a:ext cx="12192000" cy="6948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952BD4-5638-4EE7-9055-39EB43AFC53F}"/>
              </a:ext>
            </a:extLst>
          </p:cNvPr>
          <p:cNvSpPr txBox="1"/>
          <p:nvPr userDrawn="1"/>
        </p:nvSpPr>
        <p:spPr>
          <a:xfrm>
            <a:off x="-1" y="6864756"/>
            <a:ext cx="8613255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BLEED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 + NO Headers + OST Text (Left, position: as it looks best)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2FCCE66-60D3-BB5B-B7CB-3C2FF57ABC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-90794"/>
            <a:ext cx="12192001" cy="694879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53CB541-63F5-FB3D-913A-003904615929}"/>
              </a:ext>
            </a:extLst>
          </p:cNvPr>
          <p:cNvSpPr/>
          <p:nvPr userDrawn="1"/>
        </p:nvSpPr>
        <p:spPr>
          <a:xfrm rot="5400000">
            <a:off x="2022719" y="-986815"/>
            <a:ext cx="1717411" cy="5762852"/>
          </a:xfrm>
          <a:prstGeom prst="round2SameRect">
            <a:avLst>
              <a:gd name="adj1" fmla="val 14190"/>
              <a:gd name="adj2" fmla="val 0"/>
            </a:avLst>
          </a:prstGeom>
          <a:solidFill>
            <a:srgbClr val="3021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D8D30B8-46AB-4F42-8A3D-E7965872C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3071" y="1214127"/>
            <a:ext cx="4976705" cy="1360967"/>
          </a:xfrm>
          <a:prstGeom prst="roundRect">
            <a:avLst>
              <a:gd name="adj" fmla="val 0"/>
            </a:avLst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ctr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  <a:defRPr lang="en-US" sz="1867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algn="ctr"/>
            <a:r>
              <a:rPr lang="en-US" sz="1867"/>
              <a:t>Click to edit text.</a:t>
            </a:r>
            <a:endParaRPr lang="en-GB" sz="1867"/>
          </a:p>
        </p:txBody>
      </p:sp>
    </p:spTree>
    <p:extLst>
      <p:ext uri="{BB962C8B-B14F-4D97-AF65-F5344CB8AC3E}">
        <p14:creationId xmlns:p14="http://schemas.microsoft.com/office/powerpoint/2010/main" val="87830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_Image + Text (right,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99520A56-D72C-4FA3-B7E0-A9002D1E3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1" b="7121"/>
          <a:stretch/>
        </p:blipFill>
        <p:spPr>
          <a:xfrm>
            <a:off x="0" y="-90792"/>
            <a:ext cx="12192000" cy="694879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A81B57-1484-CED2-DAC9-83D4BB29E9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-97548"/>
            <a:ext cx="12192001" cy="6955548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23C42030-9FE6-5646-2913-7B63BEB9B2F4}"/>
              </a:ext>
            </a:extLst>
          </p:cNvPr>
          <p:cNvSpPr/>
          <p:nvPr userDrawn="1"/>
        </p:nvSpPr>
        <p:spPr>
          <a:xfrm rot="5400000">
            <a:off x="2022719" y="2262542"/>
            <a:ext cx="1717411" cy="5762852"/>
          </a:xfrm>
          <a:prstGeom prst="round2SameRect">
            <a:avLst>
              <a:gd name="adj1" fmla="val 12952"/>
              <a:gd name="adj2" fmla="val 0"/>
            </a:avLst>
          </a:prstGeom>
          <a:solidFill>
            <a:srgbClr val="006E6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D8D30B8-46AB-4F42-8A3D-E7965872C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4158" y="4398847"/>
            <a:ext cx="4754531" cy="1490241"/>
          </a:xfrm>
          <a:prstGeom prst="roundRect">
            <a:avLst>
              <a:gd name="adj" fmla="val 0"/>
            </a:avLst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  <a:defRPr lang="en-US" sz="1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algn="ctr"/>
            <a:r>
              <a:rPr lang="en-US" sz="1867"/>
              <a:t>Click to edit text.</a:t>
            </a:r>
            <a:endParaRPr lang="en-GB" sz="1867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51CCF-6A59-6BFC-A3D0-4978E665B1FE}"/>
              </a:ext>
            </a:extLst>
          </p:cNvPr>
          <p:cNvSpPr txBox="1"/>
          <p:nvPr userDrawn="1"/>
        </p:nvSpPr>
        <p:spPr>
          <a:xfrm>
            <a:off x="-1" y="6864756"/>
            <a:ext cx="87847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BLEED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 + NO Headers + OST Text (Right, position: as it looks best)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01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_Image Dark + Text (right,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 descr="People talking in the office">
            <a:extLst>
              <a:ext uri="{FF2B5EF4-FFF2-40B4-BE49-F238E27FC236}">
                <a16:creationId xmlns:a16="http://schemas.microsoft.com/office/drawing/2014/main" id="{99520A56-D72C-4FA3-B7E0-A9002D1E3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A81B57-1484-CED2-DAC9-83D4BB29E9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73389712-5E56-C483-B5D1-9499446413E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1"/>
            <a:ext cx="12192000" cy="6857998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659B45B-1F57-587A-4AFB-83D2465A6139}"/>
              </a:ext>
            </a:extLst>
          </p:cNvPr>
          <p:cNvSpPr/>
          <p:nvPr userDrawn="1"/>
        </p:nvSpPr>
        <p:spPr>
          <a:xfrm>
            <a:off x="-1509823" y="5953446"/>
            <a:ext cx="1509823" cy="735220"/>
          </a:xfrm>
          <a:prstGeom prst="homePlate">
            <a:avLst>
              <a:gd name="adj" fmla="val 46585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/>
              <a:t>For the darkish Bleed image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CC15B-7805-3DBE-D0D7-8413FADB8EEF}"/>
              </a:ext>
            </a:extLst>
          </p:cNvPr>
          <p:cNvSpPr txBox="1"/>
          <p:nvPr userDrawn="1"/>
        </p:nvSpPr>
        <p:spPr>
          <a:xfrm>
            <a:off x="-1" y="6864756"/>
            <a:ext cx="87847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BLEED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 + NO Headers + OST Text (Right, position: as it looks best)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0DEFEEC-A0BF-CB45-EFEE-C59A0BBE425C}"/>
              </a:ext>
            </a:extLst>
          </p:cNvPr>
          <p:cNvSpPr/>
          <p:nvPr userDrawn="1"/>
        </p:nvSpPr>
        <p:spPr>
          <a:xfrm rot="16200000" flipH="1">
            <a:off x="8451869" y="2580925"/>
            <a:ext cx="1717411" cy="5762852"/>
          </a:xfrm>
          <a:prstGeom prst="round2SameRect">
            <a:avLst>
              <a:gd name="adj1" fmla="val 15429"/>
              <a:gd name="adj2" fmla="val 0"/>
            </a:avLst>
          </a:prstGeom>
          <a:solidFill>
            <a:srgbClr val="5BB8D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5154DCF-C1A8-DECD-A43A-C5D3886285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33308" y="4717230"/>
            <a:ext cx="4754531" cy="1490241"/>
          </a:xfrm>
          <a:prstGeom prst="roundRect">
            <a:avLst>
              <a:gd name="adj" fmla="val 0"/>
            </a:avLst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  <a:defRPr lang="en-US" sz="18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algn="ctr"/>
            <a:r>
              <a:rPr lang="en-US" sz="1867"/>
              <a:t>Click to edit text.</a:t>
            </a:r>
            <a:endParaRPr lang="en-GB" sz="1867"/>
          </a:p>
        </p:txBody>
      </p:sp>
    </p:spTree>
    <p:extLst>
      <p:ext uri="{BB962C8B-B14F-4D97-AF65-F5344CB8AC3E}">
        <p14:creationId xmlns:p14="http://schemas.microsoft.com/office/powerpoint/2010/main" val="85426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F3B69-4FD9-49F5-86CF-2503D6841F1D}"/>
              </a:ext>
            </a:extLst>
          </p:cNvPr>
          <p:cNvSpPr txBox="1"/>
          <p:nvPr userDrawn="1"/>
        </p:nvSpPr>
        <p:spPr>
          <a:xfrm>
            <a:off x="0" y="6858000"/>
            <a:ext cx="739337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Blank Slide + Faculty on right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10B7D7C-D87A-C78A-3EAE-6E6E002518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58BED81F-D142-2ACE-20D2-A258CEC1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60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_Textbox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F3B69-4FD9-49F5-86CF-2503D6841F1D}"/>
              </a:ext>
            </a:extLst>
          </p:cNvPr>
          <p:cNvSpPr txBox="1"/>
          <p:nvPr userDrawn="1"/>
        </p:nvSpPr>
        <p:spPr>
          <a:xfrm>
            <a:off x="0" y="6858000"/>
            <a:ext cx="89450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Textbox with background + Faculty on right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95BFE13-E0D9-626C-2F3E-25DA0154E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0" y="2191510"/>
            <a:ext cx="4825817" cy="2107773"/>
          </a:xfrm>
          <a:prstGeom prst="roundRect">
            <a:avLst>
              <a:gd name="adj" fmla="val 8091"/>
            </a:avLst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A3830B4-1746-C37B-96C5-A5F42499A1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95BE67E5-6ED6-2D11-E8F2-63807950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6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_Textboxes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B73C3-B464-4376-AC42-845A2E241AC3}"/>
              </a:ext>
            </a:extLst>
          </p:cNvPr>
          <p:cNvSpPr txBox="1"/>
          <p:nvPr userDrawn="1"/>
        </p:nvSpPr>
        <p:spPr>
          <a:xfrm>
            <a:off x="0" y="6864705"/>
            <a:ext cx="842891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Textbox with header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E6BD5-D9A8-4CCD-BA81-C07C39ABE73E}"/>
              </a:ext>
            </a:extLst>
          </p:cNvPr>
          <p:cNvSpPr txBox="1"/>
          <p:nvPr userDrawn="1"/>
        </p:nvSpPr>
        <p:spPr>
          <a:xfrm>
            <a:off x="0" y="-238139"/>
            <a:ext cx="1605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/>
              <a:t>28.58 cm X 50.8 cm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BB6FB48D-145D-4314-BF96-8D8E281307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8077" y="1548201"/>
            <a:ext cx="4297251" cy="442674"/>
          </a:xfrm>
          <a:prstGeom prst="round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D4EA7AA-26EB-4766-AF8B-09B5052FFF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8077" y="2004997"/>
            <a:ext cx="4297251" cy="1529759"/>
          </a:xfrm>
          <a:prstGeom prst="round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25000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Click to edit first level bullet point</a:t>
            </a:r>
            <a:br>
              <a:rPr lang="en-US"/>
            </a:br>
            <a:r>
              <a:rPr lang="en-US"/>
              <a:t>Second level</a:t>
            </a:r>
            <a:endParaRPr lang="en-IN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9F4572CC-D230-9DFC-C3DA-16C866FE99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3425" y="3977784"/>
            <a:ext cx="4297251" cy="442674"/>
          </a:xfrm>
          <a:prstGeom prst="round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81D0AB-0049-B9DE-D788-4C5A4DF30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425" y="4450622"/>
            <a:ext cx="4297251" cy="1529759"/>
          </a:xfrm>
          <a:prstGeom prst="round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25000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Click to edit first level bullet point</a:t>
            </a:r>
            <a:br>
              <a:rPr lang="en-US"/>
            </a:br>
            <a:r>
              <a:rPr lang="en-US"/>
              <a:t>Second level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D18DA69-816D-C785-FF34-ADA51910C0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</p:spTree>
    <p:extLst>
      <p:ext uri="{BB962C8B-B14F-4D97-AF65-F5344CB8AC3E}">
        <p14:creationId xmlns:p14="http://schemas.microsoft.com/office/powerpoint/2010/main" val="325612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D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696697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Quote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grpSp>
        <p:nvGrpSpPr>
          <p:cNvPr id="10" name="Group 29">
            <a:extLst>
              <a:ext uri="{FF2B5EF4-FFF2-40B4-BE49-F238E27FC236}">
                <a16:creationId xmlns:a16="http://schemas.microsoft.com/office/drawing/2014/main" id="{B6659472-4395-38F7-2625-BAF809EBD4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19951" y="2240450"/>
            <a:ext cx="4758922" cy="3231361"/>
            <a:chOff x="676" y="1349"/>
            <a:chExt cx="3564" cy="2420"/>
          </a:xfrm>
        </p:grpSpPr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3EA65CFC-C5AC-FCD8-365C-EA901D861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31">
              <a:extLst>
                <a:ext uri="{FF2B5EF4-FFF2-40B4-BE49-F238E27FC236}">
                  <a16:creationId xmlns:a16="http://schemas.microsoft.com/office/drawing/2014/main" id="{02B67335-6DDE-E02E-E461-84E70C539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EC7DD0C7-5DFE-FE69-1CCB-ACC00E906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DA1ED94F-355B-9CF9-5C89-7C41E8751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80EB2BF2-0BA5-BEF5-ED56-53BCA1CFB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52213123-04A1-D914-F68E-ABC19DC25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A88DB5B-CD07-23C8-5F43-F3A926267D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9168" y="2681377"/>
            <a:ext cx="4491930" cy="2036004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5495"/>
              </a:buClr>
              <a:buSzPct val="125000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Quote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A0E4E1B-862E-D661-9EE2-1175BA2A4A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CAFAF3C0-D352-9AC5-3A21-1196DFD9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1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E_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726192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Question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D563BC30-A9A8-99FB-32B3-CFC4D8D605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12779" y="3040781"/>
            <a:ext cx="3652779" cy="19262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10" name="Graphic 9" descr="Badge Question Mark with solid fill">
            <a:extLst>
              <a:ext uri="{FF2B5EF4-FFF2-40B4-BE49-F238E27FC236}">
                <a16:creationId xmlns:a16="http://schemas.microsoft.com/office/drawing/2014/main" id="{47A03190-5E3C-BCF9-D073-FC1389FC7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0930" y="3508314"/>
            <a:ext cx="991202" cy="991202"/>
          </a:xfrm>
          <a:prstGeom prst="rect">
            <a:avLst/>
          </a:prstGeom>
        </p:spPr>
      </p:pic>
      <p:grpSp>
        <p:nvGrpSpPr>
          <p:cNvPr id="11" name="Group 13">
            <a:extLst>
              <a:ext uri="{FF2B5EF4-FFF2-40B4-BE49-F238E27FC236}">
                <a16:creationId xmlns:a16="http://schemas.microsoft.com/office/drawing/2014/main" id="{EC9B9F18-D252-057E-1B9C-ABD9A6EBF8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19951" y="2751378"/>
            <a:ext cx="4951186" cy="2567629"/>
            <a:chOff x="660" y="1124"/>
            <a:chExt cx="3627" cy="1853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B3885B34-C0CC-81E3-BD87-931EE8BB8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124"/>
              <a:ext cx="159" cy="234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94EB673E-27D1-ABF3-F758-EC845A8B6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1124"/>
              <a:ext cx="159" cy="234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8E3E5EF-C5CA-279B-86A3-D2996EC2F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743"/>
              <a:ext cx="160" cy="234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3203E05B-2184-743F-626A-615DBCDE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2743"/>
              <a:ext cx="159" cy="234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6BAE3742-F907-23CC-F869-3C7FF0563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1223"/>
              <a:ext cx="2875" cy="1637"/>
            </a:xfrm>
            <a:custGeom>
              <a:avLst/>
              <a:gdLst>
                <a:gd name="T0" fmla="*/ 122 w 1359"/>
                <a:gd name="T1" fmla="*/ 0 h 688"/>
                <a:gd name="T2" fmla="*/ 70 w 1359"/>
                <a:gd name="T3" fmla="*/ 0 h 688"/>
                <a:gd name="T4" fmla="*/ 0 w 1359"/>
                <a:gd name="T5" fmla="*/ 71 h 688"/>
                <a:gd name="T6" fmla="*/ 0 w 1359"/>
                <a:gd name="T7" fmla="*/ 618 h 688"/>
                <a:gd name="T8" fmla="*/ 70 w 1359"/>
                <a:gd name="T9" fmla="*/ 688 h 688"/>
                <a:gd name="T10" fmla="*/ 393 w 1359"/>
                <a:gd name="T11" fmla="*/ 688 h 688"/>
                <a:gd name="T12" fmla="*/ 652 w 1359"/>
                <a:gd name="T13" fmla="*/ 688 h 688"/>
                <a:gd name="T14" fmla="*/ 1359 w 1359"/>
                <a:gd name="T15" fmla="*/ 688 h 688"/>
                <a:gd name="connsiteX0" fmla="*/ 898 w 10520"/>
                <a:gd name="connsiteY0" fmla="*/ 0 h 10000"/>
                <a:gd name="connsiteX1" fmla="*/ 515 w 10520"/>
                <a:gd name="connsiteY1" fmla="*/ 0 h 10000"/>
                <a:gd name="connsiteX2" fmla="*/ 0 w 10520"/>
                <a:gd name="connsiteY2" fmla="*/ 1032 h 10000"/>
                <a:gd name="connsiteX3" fmla="*/ 0 w 10520"/>
                <a:gd name="connsiteY3" fmla="*/ 8983 h 10000"/>
                <a:gd name="connsiteX4" fmla="*/ 515 w 10520"/>
                <a:gd name="connsiteY4" fmla="*/ 10000 h 10000"/>
                <a:gd name="connsiteX5" fmla="*/ 2892 w 10520"/>
                <a:gd name="connsiteY5" fmla="*/ 10000 h 10000"/>
                <a:gd name="connsiteX6" fmla="*/ 4798 w 10520"/>
                <a:gd name="connsiteY6" fmla="*/ 10000 h 10000"/>
                <a:gd name="connsiteX7" fmla="*/ 10520 w 10520"/>
                <a:gd name="connsiteY7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20" h="10000">
                  <a:moveTo>
                    <a:pt x="898" y="0"/>
                  </a:moveTo>
                  <a:lnTo>
                    <a:pt x="515" y="0"/>
                  </a:lnTo>
                  <a:cubicBezTo>
                    <a:pt x="228" y="0"/>
                    <a:pt x="0" y="465"/>
                    <a:pt x="0" y="1032"/>
                  </a:cubicBezTo>
                  <a:lnTo>
                    <a:pt x="0" y="8983"/>
                  </a:lnTo>
                  <a:cubicBezTo>
                    <a:pt x="0" y="9549"/>
                    <a:pt x="228" y="10000"/>
                    <a:pt x="515" y="10000"/>
                  </a:cubicBezTo>
                  <a:lnTo>
                    <a:pt x="2892" y="10000"/>
                  </a:lnTo>
                  <a:lnTo>
                    <a:pt x="4798" y="10000"/>
                  </a:lnTo>
                  <a:lnTo>
                    <a:pt x="10520" y="10000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5CDE908A-DF60-6F34-FA33-DC8752418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1223"/>
              <a:ext cx="2875" cy="1637"/>
            </a:xfrm>
            <a:custGeom>
              <a:avLst/>
              <a:gdLst>
                <a:gd name="T0" fmla="*/ 1241 w 1346"/>
                <a:gd name="T1" fmla="*/ 688 h 688"/>
                <a:gd name="T2" fmla="*/ 1276 w 1346"/>
                <a:gd name="T3" fmla="*/ 688 h 688"/>
                <a:gd name="T4" fmla="*/ 1346 w 1346"/>
                <a:gd name="T5" fmla="*/ 618 h 688"/>
                <a:gd name="T6" fmla="*/ 1346 w 1346"/>
                <a:gd name="T7" fmla="*/ 71 h 688"/>
                <a:gd name="T8" fmla="*/ 1276 w 1346"/>
                <a:gd name="T9" fmla="*/ 0 h 688"/>
                <a:gd name="T10" fmla="*/ 0 w 1346"/>
                <a:gd name="T11" fmla="*/ 0 h 688"/>
                <a:gd name="connsiteX0" fmla="*/ 9877 w 10657"/>
                <a:gd name="connsiteY0" fmla="*/ 10000 h 10000"/>
                <a:gd name="connsiteX1" fmla="*/ 10137 w 10657"/>
                <a:gd name="connsiteY1" fmla="*/ 10000 h 10000"/>
                <a:gd name="connsiteX2" fmla="*/ 10657 w 10657"/>
                <a:gd name="connsiteY2" fmla="*/ 8983 h 10000"/>
                <a:gd name="connsiteX3" fmla="*/ 10657 w 10657"/>
                <a:gd name="connsiteY3" fmla="*/ 1032 h 10000"/>
                <a:gd name="connsiteX4" fmla="*/ 10137 w 10657"/>
                <a:gd name="connsiteY4" fmla="*/ 0 h 10000"/>
                <a:gd name="connsiteX5" fmla="*/ 0 w 10657"/>
                <a:gd name="connsiteY5" fmla="*/ 4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57" h="10000">
                  <a:moveTo>
                    <a:pt x="9877" y="10000"/>
                  </a:moveTo>
                  <a:lnTo>
                    <a:pt x="10137" y="10000"/>
                  </a:lnTo>
                  <a:cubicBezTo>
                    <a:pt x="10427" y="10000"/>
                    <a:pt x="10657" y="9549"/>
                    <a:pt x="10657" y="8983"/>
                  </a:cubicBezTo>
                  <a:lnTo>
                    <a:pt x="10657" y="1032"/>
                  </a:lnTo>
                  <a:cubicBezTo>
                    <a:pt x="10657" y="465"/>
                    <a:pt x="10427" y="0"/>
                    <a:pt x="10137" y="0"/>
                  </a:cubicBezTo>
                  <a:lnTo>
                    <a:pt x="0" y="43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</p:grp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0FD1FF5-F5B9-D558-0345-7C5F7009A7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76FAD465-240E-E16F-124B-7627D564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9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F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701666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bullets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8ABB0AD-FE15-0A5B-EBBB-37955A2426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3575" y="1923836"/>
            <a:ext cx="4260047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9F682FF-CF87-B73C-47A6-FE168F98C40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83575" y="2876582"/>
            <a:ext cx="4260047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2A1D4D9-362E-9C64-D2B7-9AF1E37B8E4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91597" y="3856911"/>
            <a:ext cx="4260047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5CDE979-E0C9-0A0E-3E52-0C644CC183F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91597" y="4809657"/>
            <a:ext cx="4260047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B9CDE5D-7C1E-2AFB-2C5A-74A25D3E5B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1972060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51A6E17-7129-095F-9E33-3F13B8F952B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2943998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A1858A0-8510-1298-1D2E-3F93ED07C867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07583" y="3905133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C4B13A9D-1897-9300-3CB1-57601C1A52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07583" y="4877071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69C0ED1-5E16-E568-5617-17C287CAF1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B0CC4D-F647-F680-ABD8-E25541B0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G_Stepwise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810831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Stepwise Process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7D3D749-7C74-D532-069B-1FE7263D3E8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1281" y="2245571"/>
            <a:ext cx="429683" cy="42968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4A1F4DB-EA22-A266-92EF-8390CE5D69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1280" y="3146401"/>
            <a:ext cx="429683" cy="42968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7153FD7-1C43-8C73-FFC6-A2B69FCEBAB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951" y="4065620"/>
            <a:ext cx="429683" cy="42968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B96FAC7-D263-2348-1860-FC895B7F8CA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5299" y="4937238"/>
            <a:ext cx="429683" cy="429683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352D6C7-BBA0-6221-43A8-A06FD196E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244" y="2103868"/>
            <a:ext cx="3721701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04C5B119-951C-804D-A951-5B276CF0D5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8592" y="2959446"/>
            <a:ext cx="3721701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F831C275-6036-8639-29BC-4BA79622BC0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3940" y="3815024"/>
            <a:ext cx="3721701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DEB1DDE-7137-8BF6-4616-932524C4A0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288" y="4670602"/>
            <a:ext cx="3721701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107B789D-4767-BAE5-ACCF-587352EB39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512B5531-64BA-0574-9E41-393165AD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3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H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726513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Checklist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C4C19DA-61D2-9CFF-940A-A25A3FF7FD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3575" y="192383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847F53F-70B6-9501-162E-FB37E234131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83575" y="2876582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5A5156C-0317-2EE0-9260-FE110388C50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91597" y="385691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44E8804-CE98-ACFC-FA11-E6A0BF7355F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91597" y="4809657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96A7810-D545-E926-E81B-90AF432F48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197206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3DFDA4B-F664-1141-88C5-04EEFEE62EC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294399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B60E5532-8E9E-C0CE-1263-EAE00840C82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07583" y="390513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EC617B72-5D52-E48A-CB66-799CCBA19300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07583" y="48770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9C7CA73-7E75-6F02-11C3-D44F7A2F28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EF37FACD-FA71-E6A7-C1A8-4EAF3343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893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_Do’s and Don’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64705"/>
            <a:ext cx="793999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Do’s and Don’ts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CF55DE4-05A4-F15C-38F9-00A4C37DEF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2361" y="2557800"/>
            <a:ext cx="4155702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08BC55C-8754-6841-3173-BAD0E28510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02361" y="3596371"/>
            <a:ext cx="4155702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129674AD-A57E-2A5C-893E-EC2BF3BB06A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264572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22A7785-1EB9-AE9F-A1FD-3AC1B4A60A4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366589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D722A03-E681-7A1B-987B-0AEF82E725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017CAB1D-FA2D-A3AC-5DE8-121E8E05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7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J_Icons + Text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8CD06-6DFE-4D9C-BEF8-74018A5FBBCA}"/>
              </a:ext>
            </a:extLst>
          </p:cNvPr>
          <p:cNvSpPr txBox="1"/>
          <p:nvPr userDrawn="1"/>
        </p:nvSpPr>
        <p:spPr>
          <a:xfrm>
            <a:off x="0" y="6858000"/>
            <a:ext cx="908774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Icons + Text (side by side)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C5B93EC-6E18-41A2-B2BD-7F0B667651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83077" y="2274453"/>
            <a:ext cx="3465600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31008C4D-FAB3-4597-905C-8E2FFD163ED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2705" y="2084454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3054C77-E653-495B-9B93-CFD9750C6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83077" y="4205089"/>
            <a:ext cx="3465600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A4F4E772-AF2A-4585-A2B9-2B7E1AAC1B8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42705" y="3920689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i="0"/>
              <a:t>Icon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416EE0A-1724-D058-DB7B-72D23A7C27A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DD2A2FD4-71EC-B78E-DB47-52E42B68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394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K_Icons + Text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934422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Icons + Text (top to bottom)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3506788"/>
            <a:ext cx="2291611" cy="2260087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67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8F702E0-9ADE-4A92-B893-046183E20A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66189" y="3506788"/>
            <a:ext cx="2291611" cy="2260087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67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45757" y="1988537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952DE4D-FA86-4A6D-96A6-A7A3128DAC4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291995" y="1988537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9D2D13C-16E8-2D1C-BC27-9ACBEA9099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950DB9-92C7-BA48-3C22-36824789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891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L_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719459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Formula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E8C9465-F34F-49FD-8740-0E23DE77EB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646" y="2091995"/>
            <a:ext cx="4970197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64D6F0-170F-3557-FABF-AF558DBE6CF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4808619"/>
            <a:ext cx="4970197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2FBE9-D0EA-7E73-A454-7DE47E0C7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8310" y="2978733"/>
            <a:ext cx="4992533" cy="1557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Insert formula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5BE5755-76C1-4B75-DB40-1ADF37B5A07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1C1EB07C-FCDA-D325-70D9-8068B599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01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M_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752161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Table/Chart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90C1B-9D58-AE7D-DA2D-2178DC3F1A8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19951" y="1958244"/>
            <a:ext cx="4936309" cy="25973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Insert table/chart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CC50C1C-B144-FEDA-4125-C8D8430DC8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4762027"/>
            <a:ext cx="4958342" cy="911301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D3A81FA-20FD-4FA0-9A97-F6A7020E97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7FF7312-A384-17B1-5673-0DC5EFC1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49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N_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764985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Image + Text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9E8304F8-AFE1-5E3A-3CCA-45BA57F7AB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651" y="1870863"/>
            <a:ext cx="4817439" cy="2796655"/>
          </a:xfrm>
          <a:prstGeom prst="rect">
            <a:avLst/>
          </a:prstGeom>
        </p:spPr>
        <p:txBody>
          <a:bodyPr anchor="ctr"/>
          <a:lstStyle>
            <a:lvl1pPr>
              <a:defRPr lang="en-I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image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2689034-B7D3-0553-45B2-04F683C27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651" y="4802128"/>
            <a:ext cx="4863519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83145B9-4599-1886-9C73-C33C87D643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86819A8E-0733-DD21-67DE-E65E5098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655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E326F5A-D7F9-3965-6DAD-697176059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 dirty="0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93B9719-DC88-E183-3938-C94351A2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684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_Textbox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F3B69-4FD9-49F5-86CF-2503D6841F1D}"/>
              </a:ext>
            </a:extLst>
          </p:cNvPr>
          <p:cNvSpPr txBox="1"/>
          <p:nvPr userDrawn="1"/>
        </p:nvSpPr>
        <p:spPr>
          <a:xfrm>
            <a:off x="0" y="6858000"/>
            <a:ext cx="990848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Textbox with background + Faculty on right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D59DE5F-B544-739B-C6F6-5641C09081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0" y="2191510"/>
            <a:ext cx="4825817" cy="2107773"/>
          </a:xfrm>
          <a:prstGeom prst="roundRect">
            <a:avLst>
              <a:gd name="adj" fmla="val 9100"/>
            </a:avLst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2D88B685-8250-DF78-B6BC-D52269A778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6E5524F3-4FDA-1463-AB22-8EBA2319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12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C_Textboxes with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B73C3-B464-4376-AC42-845A2E241AC3}"/>
              </a:ext>
            </a:extLst>
          </p:cNvPr>
          <p:cNvSpPr txBox="1"/>
          <p:nvPr userDrawn="1"/>
        </p:nvSpPr>
        <p:spPr>
          <a:xfrm>
            <a:off x="-10159" y="6858000"/>
            <a:ext cx="939231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Textbox with header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D58FBD5-1CAA-390C-E3BA-F45D37BBF1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951" y="1997378"/>
            <a:ext cx="5269442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D7CA03-EE83-4604-9763-3A7D5EFAEE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1" y="2454174"/>
            <a:ext cx="5276000" cy="1138453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25000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Click to edit first level bullet point</a:t>
            </a:r>
            <a:br>
              <a:rPr lang="en-US"/>
            </a:br>
            <a:r>
              <a:rPr lang="en-US"/>
              <a:t>Second level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84B34937-52A0-4BEC-C53E-F8C579DA96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5299" y="3874749"/>
            <a:ext cx="5269442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3C1CB88-BB92-F85D-984F-CEF8AD7978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299" y="4347587"/>
            <a:ext cx="5269442" cy="1123867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25000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Click to edit first level bullet point</a:t>
            </a:r>
            <a:br>
              <a:rPr lang="en-US"/>
            </a:br>
            <a:r>
              <a:rPr lang="en-US"/>
              <a:t>Second level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9F14EC4-8FA2-BE3F-7674-5E59360F88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E972432F-1D6B-343D-3D1E-7774A723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863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D_Textbox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809548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Textbox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9D5D63A-2FBD-FF15-0FE7-C7B5E6C5F0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2064053"/>
            <a:ext cx="4817438" cy="151497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text</a:t>
            </a:r>
            <a:endParaRPr lang="en-IN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BFDDBE0-DFDC-A825-595A-D62236D5A5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5299" y="3866114"/>
            <a:ext cx="4817438" cy="151497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9B37D33-A70F-7240-5D8D-C46E8BCA9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37E66A93-44E9-728D-915B-B016B98F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62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E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793037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Quote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grpSp>
        <p:nvGrpSpPr>
          <p:cNvPr id="16" name="Group 29">
            <a:extLst>
              <a:ext uri="{FF2B5EF4-FFF2-40B4-BE49-F238E27FC236}">
                <a16:creationId xmlns:a16="http://schemas.microsoft.com/office/drawing/2014/main" id="{25A32465-8370-6CD4-B30C-DB64E8554E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19951" y="2047679"/>
            <a:ext cx="5416022" cy="3677540"/>
            <a:chOff x="676" y="1349"/>
            <a:chExt cx="3564" cy="2420"/>
          </a:xfrm>
        </p:grpSpPr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F9BDCB3-652C-1F5F-E06A-C2352DF28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C0F2B885-6F38-263E-DA9F-BF01A0176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5E239C94-8AFD-8579-4C41-C090B01F7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6B269E74-6011-99C6-6325-3912A0453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DC7CCC51-7B03-DA9E-2A86-08FF5F9B4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35">
              <a:extLst>
                <a:ext uri="{FF2B5EF4-FFF2-40B4-BE49-F238E27FC236}">
                  <a16:creationId xmlns:a16="http://schemas.microsoft.com/office/drawing/2014/main" id="{99969F28-818E-1EFD-C047-51315D16B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5F07203-865E-D6D7-094E-DB4C8E07A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527" y="2481179"/>
            <a:ext cx="5154866" cy="2449095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EDEA41-E302-FE13-5C8E-26F20AE115F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E2285EFF-E2AE-3BBE-2DE3-77B4F6FC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F_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822532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Question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C97930E8-E942-59D4-6C1F-6DA56DB27A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12779" y="3040781"/>
            <a:ext cx="4448065" cy="19262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37F69D7-6217-F5B9-34B7-7D1B849A896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AF34B80E-0DE7-3945-CCB7-78BBD42A4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297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G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822853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Checklist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47B422A4-AF71-753F-4D9D-855148946A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3575" y="192383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CF4172E-AED3-3142-DC3E-3D7A4B04E1C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83575" y="2876582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AE1AA0D-62A8-C377-B125-22940E172C0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91597" y="385691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D46BD89-83EC-70A5-7954-E26AE55AC21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91597" y="4809657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13D65D5-4DA0-0E47-AAEC-4748C3B464F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197206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BCE7B6E0-24CE-CFE4-973B-45A5C652693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294399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8FEE17A0-137D-7153-6DED-808B6587F04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07583" y="390513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D1E756-214F-B19C-881A-A63D8F194EBA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07583" y="48770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1245100-959B-214E-40BE-04786FB4373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81660566-6BE4-17A6-1B9B-E8C35FB0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9549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H_Do’s and Don’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890339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Do’s and Don’ts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1B0A85F-39D6-BB46-0FA2-7748ED6493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2361" y="2560265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C593BDD7-EE5B-C53C-08C9-09D018D50B0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02361" y="3596371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497EC747-E49A-1A68-20A4-708C4AC7DD9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264572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C380B9CE-5726-EFF5-9044-B607647CF48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366589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2571E46-69CF-6A93-39CC-71ADB20B13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DF30AF9-54DB-E4EA-B78E-5D7DED7B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9545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I_Stepwise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1226D-E03B-4234-91A1-A70EC922A69F}"/>
              </a:ext>
            </a:extLst>
          </p:cNvPr>
          <p:cNvSpPr txBox="1"/>
          <p:nvPr userDrawn="1"/>
        </p:nvSpPr>
        <p:spPr>
          <a:xfrm>
            <a:off x="0" y="6858000"/>
            <a:ext cx="907171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Stepwise Process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E03A2D4-722E-7336-C8D0-5648A08FC5D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1281" y="2245571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62941F7-9C7D-E7FE-287A-74DC45CD85A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1280" y="3146401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8964A6-710F-B6D3-C1CE-874455C1E8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951" y="4065620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DE6B7AB-1A2F-D086-78DA-D3D4A75E69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5299" y="493723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8A2E7337-289A-5D11-3792-160F575B1C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244" y="210386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F77D307-0D71-4A3B-8ABC-92AF1519C35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8592" y="2959446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BB19782-A02E-E3CA-A458-9DF750B164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3940" y="3815024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ED8D49C-E7D9-1726-0953-75BFE6DF2D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288" y="4670602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B030BDE-36A2-DAC6-D96B-AEE9D80627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F8FF43F1-17AC-6617-0586-695E4D09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95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J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85715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Bulleted List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10C64DBA-84EA-4DA2-34EE-0C0DFECBDF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3575" y="192383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1E28F67A-9B71-EFB7-C735-B921EBBF6B3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83575" y="2876582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F396B7A-94D2-B4F4-6378-71B5A1EB85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91597" y="385691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9F42904-9069-AAD3-81ED-83151CB5990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91597" y="4809657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0C1A95D5-4390-0C69-5D70-89411934F1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9561" y="2003737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6B4B521-95EE-598B-0711-4687276BB57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99561" y="294399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F5FEC45C-39BD-6E6A-04BB-3E6A9B67C99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07583" y="390513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1B7F3496-0AAF-E2F7-E6D4-22D5EEBD7C1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07583" y="48770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835D2BA-F4F6-049B-384C-348B65625D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51BAEE6-C6EE-7040-67D1-A9E1A634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2519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K_Timeline with Year/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976260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Timeline with Year/Date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2E6038E-33B9-A240-400C-7D3991DF37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1133" y="2562051"/>
            <a:ext cx="4605605" cy="56712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85CF004D-3DDD-1546-B24F-B2BE8729C3A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1133" y="2180768"/>
            <a:ext cx="4605605" cy="381283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Year/Date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06C86F82-237F-2533-0A18-FADC4DF8CF2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11133" y="3811734"/>
            <a:ext cx="4605605" cy="56712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6583066-9755-9B3B-4680-3FCE7073C42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11133" y="3430451"/>
            <a:ext cx="4605605" cy="381283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Year/Date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DE54F16-DA22-6CDE-41B8-0E1F7EAE2B0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1133" y="5100606"/>
            <a:ext cx="4605605" cy="56712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DF85405-2428-B5F7-54E5-35157A2FBF3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11133" y="4680134"/>
            <a:ext cx="4605605" cy="381283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Year/Date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BB6E2FE1-87C7-5A25-7615-414BDB1265D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1929" y="216065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D40305E-9F99-6398-0037-E182C9DCA2DB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11929" y="3423869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BF35CC2-DD6F-8FAE-BFAF-A55BE5215DA1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19951" y="46831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19C4B7A-D5C5-4C4E-C6BB-96308FE453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FFAD11E-D2A2-C1FB-D39C-8D1A11C2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760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L_Timeline with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67137"/>
            <a:ext cx="943399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Timeline with Events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2E6038E-33B9-A240-400C-7D3991DF37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6872" y="2083409"/>
            <a:ext cx="4605605" cy="922825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F01B207-04C5-8A4D-A4CA-CE5869C0341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76872" y="3342707"/>
            <a:ext cx="4605605" cy="922826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52947518-83BE-83CC-5A84-F5072B4EB6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76872" y="4602006"/>
            <a:ext cx="4605605" cy="922827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marL="285750" marR="0" lvl="0" indent="-285750" algn="l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edit text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41A26122-30C0-BAA0-E4C3-75876B21C3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1929" y="216065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EC41BC-DD01-1D0C-5E14-34E3C2ED474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11929" y="3423869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0C39BAA1-0819-4996-5024-AADD3D03F0A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19951" y="46831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F04E78AC-EAF2-8C29-F623-B34F77F175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4F967EF-3975-0F97-F96F-71F1EF44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2214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M_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A9E82-3F84-4FA6-B3F0-DDA91908873E}"/>
              </a:ext>
            </a:extLst>
          </p:cNvPr>
          <p:cNvSpPr txBox="1"/>
          <p:nvPr userDrawn="1"/>
        </p:nvSpPr>
        <p:spPr>
          <a:xfrm>
            <a:off x="0" y="6858000"/>
            <a:ext cx="86132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Image + Text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81658D-3883-4E58-80E4-DACB7114FF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9951" y="2030674"/>
            <a:ext cx="5269441" cy="2477532"/>
          </a:xfrm>
          <a:prstGeom prst="rect">
            <a:avLst/>
          </a:prstGeom>
        </p:spPr>
        <p:txBody>
          <a:bodyPr anchor="ctr"/>
          <a:lstStyle>
            <a:lvl1pPr>
              <a:defRPr lang="en-I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image</a:t>
            </a:r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1C8EA7C-9DD8-F424-7203-645B4169EB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4662818"/>
            <a:ext cx="5269442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E91A099-12ED-1B2C-2616-6E48E6F92B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11FCB16C-5738-2DB0-B33D-55A0CB26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140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N_Image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A9E82-3F84-4FA6-B3F0-DDA91908873E}"/>
              </a:ext>
            </a:extLst>
          </p:cNvPr>
          <p:cNvSpPr txBox="1"/>
          <p:nvPr userDrawn="1"/>
        </p:nvSpPr>
        <p:spPr>
          <a:xfrm>
            <a:off x="0" y="6858000"/>
            <a:ext cx="890820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Image + Callout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81658D-3883-4E58-80E4-DACB7114FF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9951" y="2279145"/>
            <a:ext cx="5269441" cy="2796655"/>
          </a:xfrm>
          <a:prstGeom prst="rect">
            <a:avLst/>
          </a:prstGeom>
        </p:spPr>
        <p:txBody>
          <a:bodyPr anchor="ctr"/>
          <a:lstStyle>
            <a:lvl1pPr>
              <a:defRPr lang="en-IN" sz="24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image</a:t>
            </a:r>
            <a:endParaRPr lang="en-IN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EEF41A4-6C08-266C-AF05-BE68056D7C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2639" y="1887438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3FBFAD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BEEDF4A-DA59-242B-71EB-98C82825C2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930EDE7-7295-D3E0-E484-85F05F68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0417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O_Icons + Text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8CD06-6DFE-4D9C-BEF8-74018A5FBBCA}"/>
              </a:ext>
            </a:extLst>
          </p:cNvPr>
          <p:cNvSpPr txBox="1"/>
          <p:nvPr userDrawn="1"/>
        </p:nvSpPr>
        <p:spPr>
          <a:xfrm>
            <a:off x="0" y="6858000"/>
            <a:ext cx="966963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Icons + Text (side ways)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C5B93EC-6E18-41A2-B2BD-7F0B667651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0323" y="2415885"/>
            <a:ext cx="3465600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31008C4D-FAB3-4597-905C-8E2FFD163ED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9951" y="2225885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3054C77-E653-495B-9B93-CFD9750C6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60323" y="4346520"/>
            <a:ext cx="3465600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A4F4E772-AF2A-4585-A2B9-2B7E1AAC1B8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19951" y="4062120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C90211F-51BA-398E-1BB9-63913B9C14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4A4FA7DC-3755-A133-BDB0-39C1B35C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8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P_Icons + Text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10134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Icons + Text (top to bottom)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3859715"/>
            <a:ext cx="2414155" cy="1813614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8F702E0-9ADE-4A92-B893-046183E20A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32757" y="3859715"/>
            <a:ext cx="2414155" cy="1813614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D7704876-3E4F-F9C1-F7E5-719F7D83289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07028" y="2160100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C0A1F2-81F5-D705-AE63-633B773510C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19835" y="2160100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586F56F6-6CFA-B9DD-78D5-61E24A90113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6EF4F82F-8064-CFF8-BF6B-8254893F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4836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Q_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7BAF3E-AE59-4543-91CC-439EEAA5D8CE}"/>
              </a:ext>
            </a:extLst>
          </p:cNvPr>
          <p:cNvSpPr txBox="1"/>
          <p:nvPr userDrawn="1"/>
        </p:nvSpPr>
        <p:spPr>
          <a:xfrm>
            <a:off x="0" y="6858000"/>
            <a:ext cx="877836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Table/chart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31568-3567-4A52-8D89-7AA87094A8C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19951" y="2103513"/>
            <a:ext cx="5537018" cy="24791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Insert table/chart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E28622A4-C998-C70E-83B4-BDD1A7D8B1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4685185"/>
            <a:ext cx="5537018" cy="1006839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3FE553A-2C27-6328-E871-C9812158A2D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E80C92E2-65AA-F6B9-1841-3D721DAF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637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R_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D6BCF7-141D-42C7-8B21-3FF0D936EC3A}"/>
              </a:ext>
            </a:extLst>
          </p:cNvPr>
          <p:cNvSpPr txBox="1"/>
          <p:nvPr userDrawn="1"/>
        </p:nvSpPr>
        <p:spPr>
          <a:xfrm>
            <a:off x="0" y="6858000"/>
            <a:ext cx="832150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Flowchart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C8A1B50E-CA85-DCB9-8E14-EC5693876782}"/>
              </a:ext>
            </a:extLst>
          </p:cNvPr>
          <p:cNvSpPr>
            <a:spLocks noGrp="1"/>
          </p:cNvSpPr>
          <p:nvPr>
            <p:ph type="dgm" sz="quarter" idx="34"/>
          </p:nvPr>
        </p:nvSpPr>
        <p:spPr>
          <a:xfrm>
            <a:off x="419951" y="2037099"/>
            <a:ext cx="4968875" cy="336391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A5943EC-76C2-8E7A-31BE-3668DB26D19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86B92F09-9443-3017-3E27-E3BA98A7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765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S_Illustration with 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A12A79-378A-4DF6-A320-2114EDE7EAAA}"/>
              </a:ext>
            </a:extLst>
          </p:cNvPr>
          <p:cNvSpPr txBox="1"/>
          <p:nvPr userDrawn="1"/>
        </p:nvSpPr>
        <p:spPr>
          <a:xfrm>
            <a:off x="0" y="6865025"/>
            <a:ext cx="1032846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Illustration with icons + Text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4E209B1-F014-414E-8BBD-01EAD341CB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9240" y="2997726"/>
            <a:ext cx="1920000" cy="1920000"/>
          </a:xfrm>
          <a:prstGeom prst="ellipse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 or icon</a:t>
            </a:r>
            <a:endParaRPr lang="en-IN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678A667-8C7C-3B74-D298-732DE1C3EB9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19347" y="2288568"/>
            <a:ext cx="1440000" cy="124159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49928BC-EA13-5DDD-A589-4083F259996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79133" y="2304611"/>
            <a:ext cx="1440000" cy="124159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B545307-80D1-99F8-F3FD-AF4426E89C8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379133" y="3990693"/>
            <a:ext cx="1440000" cy="124159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D4EF7C3-BE4A-4B18-DA0F-58EA8747EAD6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19240" y="3957726"/>
            <a:ext cx="1440000" cy="124159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ts val="2000"/>
              </a:lnSpc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ts val="2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Icon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87FE35B2-7462-63DF-3261-2C69D1D1E64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9134" y="5292796"/>
            <a:ext cx="2020425" cy="369332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Label</a:t>
            </a:r>
            <a:endParaRPr lang="en-IN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9CD29CB8-218A-1EE7-FF63-1211CCCBA2C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88920" y="5292796"/>
            <a:ext cx="2020425" cy="369332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Label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AF6EEC6-549E-D43C-119C-88812D946F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9134" y="1858049"/>
            <a:ext cx="2020425" cy="369332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Label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5948E80-5812-9CC3-CCEE-969A905F18E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88920" y="1858049"/>
            <a:ext cx="2020425" cy="369332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Label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B775444-1E60-3C33-2C56-C1EC8D142DC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5A53FA4-205B-8B57-2296-EA6B7BFA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5771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_Comparison/Oppos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1001748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Comparison/Opposites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1" y="3704643"/>
            <a:ext cx="2499713" cy="1938283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8F702E0-9ADE-4A92-B893-046183E20A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33558" y="3704643"/>
            <a:ext cx="2499713" cy="1938283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9807" y="2186391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952DE4D-FA86-4A6D-96A6-A7A3128DAC4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663414" y="2186391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333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0574C748-6F66-A96C-9297-61E8FA8F5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75895" y="2629392"/>
            <a:ext cx="757553" cy="553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Vs.</a:t>
            </a:r>
            <a:endParaRPr lang="en-IN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B0DDDF1E-0A5E-C8D1-DBBC-632E54DEBE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0EDC5AA8-96DE-E731-FB2C-4A3A9941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443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U_Hots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3F1464-C902-4188-8337-010D7239DD6C}"/>
              </a:ext>
            </a:extLst>
          </p:cNvPr>
          <p:cNvSpPr txBox="1"/>
          <p:nvPr userDrawn="1"/>
        </p:nvSpPr>
        <p:spPr>
          <a:xfrm>
            <a:off x="0" y="6858000"/>
            <a:ext cx="811632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Hotspot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B08ADBD-C5FC-5A11-374F-5B4742837E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951" y="2936745"/>
            <a:ext cx="5504933" cy="273658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Insert thumbnail</a:t>
            </a:r>
            <a:endParaRPr lang="en-IN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F8C05D6D-532B-9DD9-96B8-CBD22C1EEB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0" y="1979872"/>
            <a:ext cx="5504933" cy="84353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24D56D6-1803-D357-FAB7-44F141AE39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11B732F8-EEA8-922A-A12D-034FAE0D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459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V_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815800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Formula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E8C9465-F34F-49FD-8740-0E23DE77EB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9951" y="1935854"/>
            <a:ext cx="5281083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64D6F0-170F-3557-FABF-AF558DBE6CF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9256" y="4930090"/>
            <a:ext cx="5281083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Insert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D9F61D5-6A99-3E85-D8FC-C441D1AF9B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615" y="2601198"/>
            <a:ext cx="5281083" cy="2247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Insert formula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7D1AC5E-2425-E613-C4AE-D108505FC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BEA9A7E-ED57-C257-64CB-70B0CE12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041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W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97A43-9800-4390-8FC6-0B1B47965B5F}"/>
              </a:ext>
            </a:extLst>
          </p:cNvPr>
          <p:cNvSpPr txBox="1"/>
          <p:nvPr userDrawn="1"/>
        </p:nvSpPr>
        <p:spPr>
          <a:xfrm>
            <a:off x="0" y="6858000"/>
            <a:ext cx="877515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Coding screen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59006-3F57-44D3-B56D-DDEEA30A1E51}"/>
              </a:ext>
            </a:extLst>
          </p:cNvPr>
          <p:cNvSpPr txBox="1"/>
          <p:nvPr userDrawn="1"/>
        </p:nvSpPr>
        <p:spPr>
          <a:xfrm>
            <a:off x="0" y="-238139"/>
            <a:ext cx="1605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/>
              <a:t>28.58 cm X 50.8 cm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646AED-28DB-046E-B1B6-1E05685AED40}"/>
              </a:ext>
            </a:extLst>
          </p:cNvPr>
          <p:cNvSpPr/>
          <p:nvPr userDrawn="1"/>
        </p:nvSpPr>
        <p:spPr>
          <a:xfrm>
            <a:off x="415651" y="1892141"/>
            <a:ext cx="5862160" cy="37584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1050"/>
              <a:t>Code</a:t>
            </a:r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r>
              <a:rPr lang="en-IN" sz="1050"/>
              <a:t>-----------------------------------------------------------------------------------------------</a:t>
            </a:r>
          </a:p>
          <a:p>
            <a:pPr algn="l"/>
            <a:r>
              <a:rPr lang="en-IN" sz="1050">
                <a:solidFill>
                  <a:srgbClr val="FFC000"/>
                </a:solidFill>
              </a:rPr>
              <a:t>Output</a:t>
            </a:r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IN" sz="1050"/>
          </a:p>
          <a:p>
            <a:pPr algn="l"/>
            <a:endParaRPr lang="en-GB" sz="105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3A108EC0-B726-210A-7CAC-08F22C6827B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B1A4FCCA-FA57-B9DA-E4DE-B3DCAA88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5049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A6C208C-DC5A-4B23-A131-D79B4B415CDA}"/>
              </a:ext>
            </a:extLst>
          </p:cNvPr>
          <p:cNvSpPr txBox="1"/>
          <p:nvPr userDrawn="1"/>
        </p:nvSpPr>
        <p:spPr>
          <a:xfrm>
            <a:off x="3445789" y="404410"/>
            <a:ext cx="5300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549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 and Video Details</a:t>
            </a:r>
            <a:endParaRPr lang="en-IN" sz="2800" b="1">
              <a:solidFill>
                <a:srgbClr val="00549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38700-1098-836F-FE8B-F344A908B9BA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DETAILS: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and Video details for common purposes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AA1691-28DE-23F1-5ABA-E3F74C8D42D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1452467"/>
              </p:ext>
            </p:extLst>
          </p:nvPr>
        </p:nvGraphicFramePr>
        <p:xfrm>
          <a:off x="691116" y="1966327"/>
          <a:ext cx="10792047" cy="4650451"/>
        </p:xfrm>
        <a:graphic>
          <a:graphicData uri="http://schemas.openxmlformats.org/drawingml/2006/table">
            <a:tbl>
              <a:tblPr firstRow="1" firstCol="1" bandRow="1"/>
              <a:tblGrid>
                <a:gridCol w="2441649">
                  <a:extLst>
                    <a:ext uri="{9D8B030D-6E8A-4147-A177-3AD203B41FA5}">
                      <a16:colId xmlns:a16="http://schemas.microsoft.com/office/drawing/2014/main" val="3108906838"/>
                    </a:ext>
                  </a:extLst>
                </a:gridCol>
                <a:gridCol w="8350398">
                  <a:extLst>
                    <a:ext uri="{9D8B030D-6E8A-4147-A177-3AD203B41FA5}">
                      <a16:colId xmlns:a16="http://schemas.microsoft.com/office/drawing/2014/main" val="1414263628"/>
                    </a:ext>
                  </a:extLst>
                </a:gridCol>
              </a:tblGrid>
              <a:tr h="2631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 Name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368902"/>
                  </a:ext>
                </a:extLst>
              </a:tr>
              <a:tr h="2631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number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40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105440"/>
                  </a:ext>
                </a:extLst>
              </a:tr>
              <a:tr h="2631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Name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i="1"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34481"/>
                  </a:ext>
                </a:extLst>
              </a:tr>
              <a:tr h="2631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Title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400" i="1"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9953"/>
                  </a:ext>
                </a:extLst>
              </a:tr>
              <a:tr h="266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String-out Link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194682"/>
                  </a:ext>
                </a:extLst>
              </a:tr>
              <a:tr h="15638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String-out Timestamp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917794"/>
                  </a:ext>
                </a:extLst>
              </a:tr>
              <a:tr h="1280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Overview</a:t>
                      </a:r>
                      <a:r>
                        <a:rPr lang="en-US" sz="1400" b="1" i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i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(To be used as a Narrative)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kern="12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186714"/>
                  </a:ext>
                </a:extLst>
              </a:tr>
              <a:tr h="487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 Idea</a:t>
                      </a:r>
                      <a:endParaRPr lang="en-IN" sz="14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effectLst/>
                          <a:latin typeface="Aptos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0" u="none" strike="sngStrike"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6823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691BC8-A8B5-A4CC-4ACE-B24CEE6629C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14653619"/>
              </p:ext>
            </p:extLst>
          </p:nvPr>
        </p:nvGraphicFramePr>
        <p:xfrm>
          <a:off x="691114" y="947521"/>
          <a:ext cx="10792048" cy="7727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8012">
                  <a:extLst>
                    <a:ext uri="{9D8B030D-6E8A-4147-A177-3AD203B41FA5}">
                      <a16:colId xmlns:a16="http://schemas.microsoft.com/office/drawing/2014/main" val="1916034725"/>
                    </a:ext>
                  </a:extLst>
                </a:gridCol>
                <a:gridCol w="2698012">
                  <a:extLst>
                    <a:ext uri="{9D8B030D-6E8A-4147-A177-3AD203B41FA5}">
                      <a16:colId xmlns:a16="http://schemas.microsoft.com/office/drawing/2014/main" val="1709597224"/>
                    </a:ext>
                  </a:extLst>
                </a:gridCol>
                <a:gridCol w="2698012">
                  <a:extLst>
                    <a:ext uri="{9D8B030D-6E8A-4147-A177-3AD203B41FA5}">
                      <a16:colId xmlns:a16="http://schemas.microsoft.com/office/drawing/2014/main" val="703240896"/>
                    </a:ext>
                  </a:extLst>
                </a:gridCol>
                <a:gridCol w="2698012">
                  <a:extLst>
                    <a:ext uri="{9D8B030D-6E8A-4147-A177-3AD203B41FA5}">
                      <a16:colId xmlns:a16="http://schemas.microsoft.com/office/drawing/2014/main" val="2905914074"/>
                    </a:ext>
                  </a:extLst>
                </a:gridCol>
              </a:tblGrid>
              <a:tr h="5104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Aptos" panose="020B0004020202020204" pitchFamily="34" charset="0"/>
                        </a:rPr>
                        <a:t>Total ‘VO audio’ word count (VSB)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ptos" panose="020B0004020202020204" pitchFamily="34" charset="0"/>
                        </a:rPr>
                        <a:t>~ Video length </a:t>
                      </a:r>
                    </a:p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ptos" panose="020B0004020202020204" pitchFamily="34" charset="0"/>
                        </a:rPr>
                        <a:t>(Divide by @ ~120 words/Min)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Avg. Duration/Slide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  <a:latin typeface="Aptos" panose="020B0004020202020204" pitchFamily="34" charset="0"/>
                        </a:rPr>
                        <a:t>Avg. slides/VSB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83642"/>
                  </a:ext>
                </a:extLst>
              </a:tr>
              <a:tr h="262272">
                <a:tc>
                  <a:txBody>
                    <a:bodyPr/>
                    <a:lstStyle/>
                    <a:p>
                      <a:pPr algn="ctr" fontAlgn="b"/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  <a:latin typeface="Aptos" panose="020B0004020202020204" pitchFamily="34" charset="0"/>
                        </a:rPr>
                        <a:t>48 sec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8461"/>
                  </a:ext>
                </a:extLst>
              </a:tr>
            </a:tbl>
          </a:graphicData>
        </a:graphic>
      </p:graphicFrame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20E2AFB-5B51-C060-0231-FCAB3299E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63530" y="1441261"/>
            <a:ext cx="178435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the number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239CF6F-F3E4-FE0F-9F8C-60631CFE35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0427" y="1448569"/>
            <a:ext cx="178435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the number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D25C231F-3C06-318C-CD7B-B3542DFAD2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44120" y="1441262"/>
            <a:ext cx="178435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the number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D08E808-381B-8AF0-15CE-7A9EF699BA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9395" y="1952997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039B201-9A33-91CE-F5B4-818CDB1BF0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9395" y="2240389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module number</a:t>
            </a:r>
            <a:endParaRPr lang="en-GB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94C1EF-49D2-6CF3-8D06-45E63367AF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9395" y="2489174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module name (From Video script)</a:t>
            </a:r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B08F72B-E53C-10E8-144E-3B8C68CE40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09395" y="2747058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video title (From Video script)</a:t>
            </a:r>
            <a:endParaRPr lang="en-GB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EBF6AB2A-F261-9828-266F-2A834E35F7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9395" y="3004942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video link (From String-out tracker)</a:t>
            </a:r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D701DC0-7A54-229F-F0A1-090E42A07B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09395" y="3358618"/>
            <a:ext cx="4762735" cy="19208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details (From String-out tracker)</a:t>
            </a:r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A86D368-BDA0-B922-EDF3-B0E87BACE9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9395" y="4922439"/>
            <a:ext cx="3509963" cy="315386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details from video content</a:t>
            </a:r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849F035-1C3F-EC2D-9955-7B2A832142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09395" y="6176363"/>
            <a:ext cx="5354053" cy="467148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Add the key concept covered in the video</a:t>
            </a:r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ECD9CB-212C-C365-41A6-03E604A51B5B}"/>
              </a:ext>
            </a:extLst>
          </p:cNvPr>
          <p:cNvSpPr txBox="1"/>
          <p:nvPr userDrawn="1"/>
        </p:nvSpPr>
        <p:spPr>
          <a:xfrm>
            <a:off x="4128116" y="1718007"/>
            <a:ext cx="73550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e.g. for 1200 words (VO word counts on a VSB) = (1200/120 words/min) = 10 min = (10x60 sec) = 600/48 sec = 12.5 slides</a:t>
            </a:r>
            <a:endParaRPr lang="en-IN" sz="1000" b="0" i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626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1" y="5613991"/>
            <a:ext cx="3200399" cy="1244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E0902E7-2A65-D119-212C-A520B66C5E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074" y="4468080"/>
            <a:ext cx="1752600" cy="616780"/>
          </a:xfrm>
          <a:prstGeom prst="rect">
            <a:avLst/>
          </a:prstGeom>
        </p:spPr>
      </p:pic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2CDB4D35-53DB-1264-DD25-245923944E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712" y="4493358"/>
            <a:ext cx="1752600" cy="591503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CCC8343-F542-2040-4E09-4CFC9D0C59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150" y="4289095"/>
            <a:ext cx="1447800" cy="86677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088CEC-6C2B-B7A2-2A92-A49A04D8F0F1}"/>
              </a:ext>
            </a:extLst>
          </p:cNvPr>
          <p:cNvCxnSpPr/>
          <p:nvPr userDrawn="1"/>
        </p:nvCxnSpPr>
        <p:spPr>
          <a:xfrm>
            <a:off x="2210575" y="3955312"/>
            <a:ext cx="78690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F39EFE-F8C1-23E5-3F3D-083854EF86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9" t="34480" r="13749" b="34480"/>
          <a:stretch>
            <a:fillRect/>
          </a:stretch>
        </p:blipFill>
        <p:spPr>
          <a:xfrm>
            <a:off x="1865220" y="1026430"/>
            <a:ext cx="8461560" cy="362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69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1" y="5613991"/>
            <a:ext cx="3200399" cy="1244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/ OUTRO: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white base with the large school logo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3" name="Picture 1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3EB638E-5EDF-BF84-24E9-D47B855CE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299" y="2271433"/>
            <a:ext cx="7409401" cy="231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41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7C7E9E-43E0-A62B-9A85-FDA48B6E9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2" r="12754" b="17145"/>
          <a:stretch>
            <a:fillRect/>
          </a:stretch>
        </p:blipFill>
        <p:spPr>
          <a:xfrm flipV="1">
            <a:off x="0" y="0"/>
            <a:ext cx="12192000" cy="6858001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5563DF6-6E14-4C8D-85E7-1155F8C29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490" y="3429000"/>
            <a:ext cx="6485060" cy="51788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 dirty="0"/>
              <a:t>Video title will come here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22FFB0-5355-92A9-3F83-86959C4E24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5" t="35348" r="11935" b="41877"/>
          <a:stretch>
            <a:fillRect/>
          </a:stretch>
        </p:blipFill>
        <p:spPr>
          <a:xfrm>
            <a:off x="251460" y="5308474"/>
            <a:ext cx="4047900" cy="121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2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FBAE40"/>
          </p15:clr>
        </p15:guide>
        <p15:guide id="3" orient="horz" pos="2387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D_Wide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790DF9-5AA9-A301-C5BD-EE493A317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1" b="78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AA446C-CEB1-0F30-DAE3-130DBF016B67}"/>
              </a:ext>
            </a:extLst>
          </p:cNvPr>
          <p:cNvSpPr txBox="1"/>
          <p:nvPr userDrawn="1"/>
        </p:nvSpPr>
        <p:spPr>
          <a:xfrm>
            <a:off x="0" y="6858000"/>
            <a:ext cx="9526772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Screen: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NO Headers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(faculty at the center)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D4F0A64-22B9-276D-59D5-9A783E0A0487}"/>
              </a:ext>
            </a:extLst>
          </p:cNvPr>
          <p:cNvSpPr/>
          <p:nvPr userDrawn="1"/>
        </p:nvSpPr>
        <p:spPr>
          <a:xfrm>
            <a:off x="-1541721" y="5959352"/>
            <a:ext cx="1541721" cy="723407"/>
          </a:xfrm>
          <a:prstGeom prst="homePlate">
            <a:avLst>
              <a:gd name="adj" fmla="val 46585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/>
              <a:t>Change the wide </a:t>
            </a:r>
            <a:r>
              <a:rPr lang="en-IN" sz="1000" b="1"/>
              <a:t>BG/module </a:t>
            </a:r>
            <a:r>
              <a:rPr lang="en-IN" sz="1000"/>
              <a:t>as preferred (Slide Master)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1716FF4F-A10F-927A-870E-E81E89AFDD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5777426"/>
            <a:ext cx="558461" cy="900574"/>
          </a:xfrm>
          <a:prstGeom prst="rect">
            <a:avLst/>
          </a:prstGeom>
        </p:spPr>
      </p:pic>
      <p:pic>
        <p:nvPicPr>
          <p:cNvPr id="3" name="Picture 2" descr="A mannequin wearing a suit&#10;&#10;Description automatically generated with low confidence">
            <a:extLst>
              <a:ext uri="{FF2B5EF4-FFF2-40B4-BE49-F238E27FC236}">
                <a16:creationId xmlns:a16="http://schemas.microsoft.com/office/drawing/2014/main" id="{0C0FDC0B-0C8A-734D-A2B4-6A67E861D9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049" y="1179095"/>
            <a:ext cx="4333901" cy="567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99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E_Wide Scree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97C067-92EC-8E54-C783-3189C5F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9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AA446C-CEB1-0F30-DAE3-130DBF016B67}"/>
              </a:ext>
            </a:extLst>
          </p:cNvPr>
          <p:cNvSpPr txBox="1"/>
          <p:nvPr userDrawn="1"/>
        </p:nvSpPr>
        <p:spPr>
          <a:xfrm>
            <a:off x="0" y="6858000"/>
            <a:ext cx="9207795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Screen (darkish BG):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NO Headers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(faculty at the center)</a:t>
            </a:r>
            <a:endParaRPr lang="en-IN" sz="1600" b="1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mannequin wearing a suit&#10;&#10;Description automatically generated with low confidence">
            <a:extLst>
              <a:ext uri="{FF2B5EF4-FFF2-40B4-BE49-F238E27FC236}">
                <a16:creationId xmlns:a16="http://schemas.microsoft.com/office/drawing/2014/main" id="{DD0E7CD5-2825-B34F-B6FF-5914B66B8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049" y="1179095"/>
            <a:ext cx="4333901" cy="567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616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E_Wide Scree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790DF9-5AA9-A301-C5BD-EE493A317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9" b="79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AA446C-CEB1-0F30-DAE3-130DBF016B67}"/>
              </a:ext>
            </a:extLst>
          </p:cNvPr>
          <p:cNvSpPr txBox="1"/>
          <p:nvPr userDrawn="1"/>
        </p:nvSpPr>
        <p:spPr>
          <a:xfrm>
            <a:off x="0" y="6858000"/>
            <a:ext cx="9207795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Screen (darkish BG):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NO Headers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(faculty at the center)</a:t>
            </a:r>
            <a:endParaRPr lang="en-IN" sz="1600" b="1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mannequin wearing a suit&#10;&#10;Description automatically generated with low confidence">
            <a:extLst>
              <a:ext uri="{FF2B5EF4-FFF2-40B4-BE49-F238E27FC236}">
                <a16:creationId xmlns:a16="http://schemas.microsoft.com/office/drawing/2014/main" id="{DD0E7CD5-2825-B34F-B6FF-5914B66B8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049" y="1179095"/>
            <a:ext cx="4333901" cy="567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9286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F3B69-4FD9-49F5-86CF-2503D6841F1D}"/>
              </a:ext>
            </a:extLst>
          </p:cNvPr>
          <p:cNvSpPr txBox="1"/>
          <p:nvPr userDrawn="1"/>
        </p:nvSpPr>
        <p:spPr>
          <a:xfrm>
            <a:off x="0" y="6858000"/>
            <a:ext cx="612860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+ IMAGE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Title + Blank Slide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E326F5A-D7F9-3965-6DAD-697176059E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7511885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93B9719-DC88-E183-3938-C94351A2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768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393409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Blank Slide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FF74526-AD72-1BD2-A29C-7116DB49E6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 dirty="0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346D9E82-B0F1-24CB-FA6C-EC3A3D40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1340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49295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Overview/Summary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9402" y="3418304"/>
            <a:ext cx="1867613" cy="226008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8F702E0-9ADE-4A92-B893-046183E20A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08408" y="3418304"/>
            <a:ext cx="1867613" cy="226008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52935" y="1900053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952DE4D-FA86-4A6D-96A6-A7A3128DAC4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55371" y="1900053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C5CE038-C2E1-C045-AA50-D7B623D8EB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55486" y="3423652"/>
            <a:ext cx="1867613" cy="226008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565599F-275E-45EE-8CD0-D6DFEF1A3E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4492" y="3423652"/>
            <a:ext cx="1867613" cy="226008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2D73889-8BE8-2AEF-1787-82CB2CF0D11E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49019" y="1905401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99BC1A8F-F598-AFED-47C7-030A54F3098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51455" y="1905401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B68C96D-B0E9-A80C-9BB6-D73686A62C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63228" y="3429000"/>
            <a:ext cx="1867613" cy="226008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5816447-FDDB-B392-0166-B379DF7172A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510191" y="1910749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F032879-014C-A3B4-C9D5-8A4A5DECA4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DD83B27D-2455-D5F0-F4CB-EE7591DF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63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531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Quotes</a:t>
            </a:r>
          </a:p>
        </p:txBody>
      </p:sp>
      <p:grpSp>
        <p:nvGrpSpPr>
          <p:cNvPr id="16" name="Group 29">
            <a:extLst>
              <a:ext uri="{FF2B5EF4-FFF2-40B4-BE49-F238E27FC236}">
                <a16:creationId xmlns:a16="http://schemas.microsoft.com/office/drawing/2014/main" id="{1AB8D5F3-EA6D-20A0-2083-534428EA595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19951" y="2047679"/>
            <a:ext cx="5416022" cy="3677540"/>
            <a:chOff x="676" y="1349"/>
            <a:chExt cx="3564" cy="2420"/>
          </a:xfrm>
        </p:grpSpPr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051364FB-3E93-E6CC-8C76-9DBE25B2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id="{871B2CA7-C872-4D0D-603D-3F48B37D4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id="{4B56D714-F536-69D6-6756-08A54708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322DD9AE-2D48-85B7-45A1-B224290B0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34">
              <a:extLst>
                <a:ext uri="{FF2B5EF4-FFF2-40B4-BE49-F238E27FC236}">
                  <a16:creationId xmlns:a16="http://schemas.microsoft.com/office/drawing/2014/main" id="{D0349B23-D869-D8C7-B344-A9C3F83A9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D984EB35-DFF9-3694-D383-62C690969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5BD7BBAA-2ECB-CDF1-7B6D-C0C8E42ED5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527" y="2481179"/>
            <a:ext cx="5154866" cy="2449095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text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F86D4CF-3C33-869D-7305-BE4A012618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37559478-5077-7D9A-D2E3-829C1DA9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6" name="Group 29">
            <a:extLst>
              <a:ext uri="{FF2B5EF4-FFF2-40B4-BE49-F238E27FC236}">
                <a16:creationId xmlns:a16="http://schemas.microsoft.com/office/drawing/2014/main" id="{0F9E9785-848E-399C-69AD-4B7395CCF9A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356027" y="2047679"/>
            <a:ext cx="5416022" cy="3677540"/>
            <a:chOff x="676" y="1349"/>
            <a:chExt cx="3564" cy="2420"/>
          </a:xfrm>
        </p:grpSpPr>
        <p:sp>
          <p:nvSpPr>
            <p:cNvPr id="7" name="Freeform 30">
              <a:extLst>
                <a:ext uri="{FF2B5EF4-FFF2-40B4-BE49-F238E27FC236}">
                  <a16:creationId xmlns:a16="http://schemas.microsoft.com/office/drawing/2014/main" id="{F32ED46F-61F4-9034-8411-D04F16321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31">
              <a:extLst>
                <a:ext uri="{FF2B5EF4-FFF2-40B4-BE49-F238E27FC236}">
                  <a16:creationId xmlns:a16="http://schemas.microsoft.com/office/drawing/2014/main" id="{12F5C101-0038-16F4-C2D7-BBD18658E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32">
              <a:extLst>
                <a:ext uri="{FF2B5EF4-FFF2-40B4-BE49-F238E27FC236}">
                  <a16:creationId xmlns:a16="http://schemas.microsoft.com/office/drawing/2014/main" id="{7DF5FDE2-A7C6-7635-290F-2C6B334FB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E6E9FCD3-6371-56D0-189E-F4B390D9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34">
              <a:extLst>
                <a:ext uri="{FF2B5EF4-FFF2-40B4-BE49-F238E27FC236}">
                  <a16:creationId xmlns:a16="http://schemas.microsoft.com/office/drawing/2014/main" id="{B705776D-BE4C-1B0F-A828-A408F375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316AA1FC-3978-EA06-F19B-D7A87AA2F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A598C2F6-9EF2-6FCB-A951-9C4713CD99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70603" y="2481179"/>
            <a:ext cx="5154866" cy="2449095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570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C260E0F-A098-6E15-2FBB-F8FD1B947E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12779" y="3040781"/>
            <a:ext cx="4448065" cy="19262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AB3CDB49-6F97-1150-BF01-A55F5F6EA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0930" y="3508314"/>
            <a:ext cx="991202" cy="991202"/>
          </a:xfrm>
          <a:prstGeom prst="rect">
            <a:avLst/>
          </a:prstGeom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AF581F0A-2BEA-7FB2-8B45-01660E7F7C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77172" y="2740684"/>
            <a:ext cx="5676049" cy="2539915"/>
            <a:chOff x="660" y="1124"/>
            <a:chExt cx="4158" cy="1833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5839132-C327-AB79-BD2F-54680A841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124"/>
              <a:ext cx="159" cy="234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24D7DD0-D0F2-094E-300F-19A08940F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1124"/>
              <a:ext cx="159" cy="234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5018E0A-EB03-FC51-3A33-BB99088A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723"/>
              <a:ext cx="160" cy="234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7CFD1D2-B6BE-28FC-0A6A-9DD0FAD90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723"/>
              <a:ext cx="159" cy="234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16836B6-1663-4AB8-1A45-147B42F3F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1223"/>
              <a:ext cx="3395" cy="1637"/>
            </a:xfrm>
            <a:custGeom>
              <a:avLst/>
              <a:gdLst>
                <a:gd name="T0" fmla="*/ 122 w 1359"/>
                <a:gd name="T1" fmla="*/ 0 h 688"/>
                <a:gd name="T2" fmla="*/ 70 w 1359"/>
                <a:gd name="T3" fmla="*/ 0 h 688"/>
                <a:gd name="T4" fmla="*/ 0 w 1359"/>
                <a:gd name="T5" fmla="*/ 71 h 688"/>
                <a:gd name="T6" fmla="*/ 0 w 1359"/>
                <a:gd name="T7" fmla="*/ 618 h 688"/>
                <a:gd name="T8" fmla="*/ 70 w 1359"/>
                <a:gd name="T9" fmla="*/ 688 h 688"/>
                <a:gd name="T10" fmla="*/ 393 w 1359"/>
                <a:gd name="T11" fmla="*/ 688 h 688"/>
                <a:gd name="T12" fmla="*/ 652 w 1359"/>
                <a:gd name="T13" fmla="*/ 688 h 688"/>
                <a:gd name="T14" fmla="*/ 1359 w 1359"/>
                <a:gd name="T15" fmla="*/ 688 h 688"/>
                <a:gd name="connsiteX0" fmla="*/ 898 w 10520"/>
                <a:gd name="connsiteY0" fmla="*/ 0 h 10000"/>
                <a:gd name="connsiteX1" fmla="*/ 515 w 10520"/>
                <a:gd name="connsiteY1" fmla="*/ 0 h 10000"/>
                <a:gd name="connsiteX2" fmla="*/ 0 w 10520"/>
                <a:gd name="connsiteY2" fmla="*/ 1032 h 10000"/>
                <a:gd name="connsiteX3" fmla="*/ 0 w 10520"/>
                <a:gd name="connsiteY3" fmla="*/ 8983 h 10000"/>
                <a:gd name="connsiteX4" fmla="*/ 515 w 10520"/>
                <a:gd name="connsiteY4" fmla="*/ 10000 h 10000"/>
                <a:gd name="connsiteX5" fmla="*/ 2892 w 10520"/>
                <a:gd name="connsiteY5" fmla="*/ 10000 h 10000"/>
                <a:gd name="connsiteX6" fmla="*/ 4798 w 10520"/>
                <a:gd name="connsiteY6" fmla="*/ 10000 h 10000"/>
                <a:gd name="connsiteX7" fmla="*/ 10520 w 10520"/>
                <a:gd name="connsiteY7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20" h="10000">
                  <a:moveTo>
                    <a:pt x="898" y="0"/>
                  </a:moveTo>
                  <a:lnTo>
                    <a:pt x="515" y="0"/>
                  </a:lnTo>
                  <a:cubicBezTo>
                    <a:pt x="228" y="0"/>
                    <a:pt x="0" y="465"/>
                    <a:pt x="0" y="1032"/>
                  </a:cubicBezTo>
                  <a:lnTo>
                    <a:pt x="0" y="8983"/>
                  </a:lnTo>
                  <a:cubicBezTo>
                    <a:pt x="0" y="9549"/>
                    <a:pt x="228" y="10000"/>
                    <a:pt x="515" y="10000"/>
                  </a:cubicBezTo>
                  <a:lnTo>
                    <a:pt x="2892" y="10000"/>
                  </a:lnTo>
                  <a:lnTo>
                    <a:pt x="4798" y="10000"/>
                  </a:lnTo>
                  <a:lnTo>
                    <a:pt x="10520" y="10000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3BDEE40-F1CE-697C-C4C1-9B2DFE257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1223"/>
              <a:ext cx="3406" cy="1637"/>
            </a:xfrm>
            <a:custGeom>
              <a:avLst/>
              <a:gdLst>
                <a:gd name="T0" fmla="*/ 1241 w 1346"/>
                <a:gd name="T1" fmla="*/ 688 h 688"/>
                <a:gd name="T2" fmla="*/ 1276 w 1346"/>
                <a:gd name="T3" fmla="*/ 688 h 688"/>
                <a:gd name="T4" fmla="*/ 1346 w 1346"/>
                <a:gd name="T5" fmla="*/ 618 h 688"/>
                <a:gd name="T6" fmla="*/ 1346 w 1346"/>
                <a:gd name="T7" fmla="*/ 71 h 688"/>
                <a:gd name="T8" fmla="*/ 1276 w 1346"/>
                <a:gd name="T9" fmla="*/ 0 h 688"/>
                <a:gd name="T10" fmla="*/ 0 w 1346"/>
                <a:gd name="T11" fmla="*/ 0 h 688"/>
                <a:gd name="connsiteX0" fmla="*/ 9877 w 10657"/>
                <a:gd name="connsiteY0" fmla="*/ 10000 h 10000"/>
                <a:gd name="connsiteX1" fmla="*/ 10137 w 10657"/>
                <a:gd name="connsiteY1" fmla="*/ 10000 h 10000"/>
                <a:gd name="connsiteX2" fmla="*/ 10657 w 10657"/>
                <a:gd name="connsiteY2" fmla="*/ 8983 h 10000"/>
                <a:gd name="connsiteX3" fmla="*/ 10657 w 10657"/>
                <a:gd name="connsiteY3" fmla="*/ 1032 h 10000"/>
                <a:gd name="connsiteX4" fmla="*/ 10137 w 10657"/>
                <a:gd name="connsiteY4" fmla="*/ 0 h 10000"/>
                <a:gd name="connsiteX5" fmla="*/ 0 w 10657"/>
                <a:gd name="connsiteY5" fmla="*/ 4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57" h="10000">
                  <a:moveTo>
                    <a:pt x="9877" y="10000"/>
                  </a:moveTo>
                  <a:lnTo>
                    <a:pt x="10137" y="10000"/>
                  </a:lnTo>
                  <a:cubicBezTo>
                    <a:pt x="10427" y="10000"/>
                    <a:pt x="10657" y="9549"/>
                    <a:pt x="10657" y="8983"/>
                  </a:cubicBezTo>
                  <a:lnTo>
                    <a:pt x="10657" y="1032"/>
                  </a:lnTo>
                  <a:cubicBezTo>
                    <a:pt x="10657" y="465"/>
                    <a:pt x="10427" y="0"/>
                    <a:pt x="10137" y="0"/>
                  </a:cubicBezTo>
                  <a:lnTo>
                    <a:pt x="0" y="43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</p:grp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9887E69-298F-4272-0D01-D18FC68390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DABF096-5F09-6FE0-1C73-E2F3E574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260E61B-189F-FA33-3F95-0D7807EFFB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33526" y="3040781"/>
            <a:ext cx="4448065" cy="19262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11" name="Graphic 10" descr="Badge Question Mark with solid fill">
            <a:extLst>
              <a:ext uri="{FF2B5EF4-FFF2-40B4-BE49-F238E27FC236}">
                <a16:creationId xmlns:a16="http://schemas.microsoft.com/office/drawing/2014/main" id="{6C4D5CB4-DE07-6DAC-C04E-38F40A6B54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51677" y="3508314"/>
            <a:ext cx="991202" cy="991202"/>
          </a:xfrm>
          <a:prstGeom prst="rect">
            <a:avLst/>
          </a:prstGeom>
        </p:spPr>
      </p:pic>
      <p:grpSp>
        <p:nvGrpSpPr>
          <p:cNvPr id="13" name="Group 13">
            <a:extLst>
              <a:ext uri="{FF2B5EF4-FFF2-40B4-BE49-F238E27FC236}">
                <a16:creationId xmlns:a16="http://schemas.microsoft.com/office/drawing/2014/main" id="{06E142C0-503E-C16F-3A0F-C711CAC2501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197919" y="2740684"/>
            <a:ext cx="5676049" cy="2539915"/>
            <a:chOff x="660" y="1124"/>
            <a:chExt cx="4158" cy="183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E95AD25-0D8B-D588-E22E-C0CECCA1F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124"/>
              <a:ext cx="159" cy="234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1B285844-A284-CB88-0C06-44A4DEB9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1124"/>
              <a:ext cx="159" cy="234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785F06F9-FDE8-606B-414E-7C797DE57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723"/>
              <a:ext cx="160" cy="234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2D89451B-007A-F661-EA60-CEA7D34F3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723"/>
              <a:ext cx="159" cy="234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4E04BCED-DAC4-3EA0-FDBE-1161248FD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1223"/>
              <a:ext cx="3395" cy="1637"/>
            </a:xfrm>
            <a:custGeom>
              <a:avLst/>
              <a:gdLst>
                <a:gd name="T0" fmla="*/ 122 w 1359"/>
                <a:gd name="T1" fmla="*/ 0 h 688"/>
                <a:gd name="T2" fmla="*/ 70 w 1359"/>
                <a:gd name="T3" fmla="*/ 0 h 688"/>
                <a:gd name="T4" fmla="*/ 0 w 1359"/>
                <a:gd name="T5" fmla="*/ 71 h 688"/>
                <a:gd name="T6" fmla="*/ 0 w 1359"/>
                <a:gd name="T7" fmla="*/ 618 h 688"/>
                <a:gd name="T8" fmla="*/ 70 w 1359"/>
                <a:gd name="T9" fmla="*/ 688 h 688"/>
                <a:gd name="T10" fmla="*/ 393 w 1359"/>
                <a:gd name="T11" fmla="*/ 688 h 688"/>
                <a:gd name="T12" fmla="*/ 652 w 1359"/>
                <a:gd name="T13" fmla="*/ 688 h 688"/>
                <a:gd name="T14" fmla="*/ 1359 w 1359"/>
                <a:gd name="T15" fmla="*/ 688 h 688"/>
                <a:gd name="connsiteX0" fmla="*/ 898 w 10520"/>
                <a:gd name="connsiteY0" fmla="*/ 0 h 10000"/>
                <a:gd name="connsiteX1" fmla="*/ 515 w 10520"/>
                <a:gd name="connsiteY1" fmla="*/ 0 h 10000"/>
                <a:gd name="connsiteX2" fmla="*/ 0 w 10520"/>
                <a:gd name="connsiteY2" fmla="*/ 1032 h 10000"/>
                <a:gd name="connsiteX3" fmla="*/ 0 w 10520"/>
                <a:gd name="connsiteY3" fmla="*/ 8983 h 10000"/>
                <a:gd name="connsiteX4" fmla="*/ 515 w 10520"/>
                <a:gd name="connsiteY4" fmla="*/ 10000 h 10000"/>
                <a:gd name="connsiteX5" fmla="*/ 2892 w 10520"/>
                <a:gd name="connsiteY5" fmla="*/ 10000 h 10000"/>
                <a:gd name="connsiteX6" fmla="*/ 4798 w 10520"/>
                <a:gd name="connsiteY6" fmla="*/ 10000 h 10000"/>
                <a:gd name="connsiteX7" fmla="*/ 10520 w 10520"/>
                <a:gd name="connsiteY7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20" h="10000">
                  <a:moveTo>
                    <a:pt x="898" y="0"/>
                  </a:moveTo>
                  <a:lnTo>
                    <a:pt x="515" y="0"/>
                  </a:lnTo>
                  <a:cubicBezTo>
                    <a:pt x="228" y="0"/>
                    <a:pt x="0" y="465"/>
                    <a:pt x="0" y="1032"/>
                  </a:cubicBezTo>
                  <a:lnTo>
                    <a:pt x="0" y="8983"/>
                  </a:lnTo>
                  <a:cubicBezTo>
                    <a:pt x="0" y="9549"/>
                    <a:pt x="228" y="10000"/>
                    <a:pt x="515" y="10000"/>
                  </a:cubicBezTo>
                  <a:lnTo>
                    <a:pt x="2892" y="10000"/>
                  </a:lnTo>
                  <a:lnTo>
                    <a:pt x="4798" y="10000"/>
                  </a:lnTo>
                  <a:lnTo>
                    <a:pt x="10520" y="10000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8785FC54-A137-59D9-8667-6CBE0ED3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2" y="1223"/>
              <a:ext cx="3406" cy="1637"/>
            </a:xfrm>
            <a:custGeom>
              <a:avLst/>
              <a:gdLst>
                <a:gd name="T0" fmla="*/ 1241 w 1346"/>
                <a:gd name="T1" fmla="*/ 688 h 688"/>
                <a:gd name="T2" fmla="*/ 1276 w 1346"/>
                <a:gd name="T3" fmla="*/ 688 h 688"/>
                <a:gd name="T4" fmla="*/ 1346 w 1346"/>
                <a:gd name="T5" fmla="*/ 618 h 688"/>
                <a:gd name="T6" fmla="*/ 1346 w 1346"/>
                <a:gd name="T7" fmla="*/ 71 h 688"/>
                <a:gd name="T8" fmla="*/ 1276 w 1346"/>
                <a:gd name="T9" fmla="*/ 0 h 688"/>
                <a:gd name="T10" fmla="*/ 0 w 1346"/>
                <a:gd name="T11" fmla="*/ 0 h 688"/>
                <a:gd name="connsiteX0" fmla="*/ 9877 w 10657"/>
                <a:gd name="connsiteY0" fmla="*/ 10000 h 10000"/>
                <a:gd name="connsiteX1" fmla="*/ 10137 w 10657"/>
                <a:gd name="connsiteY1" fmla="*/ 10000 h 10000"/>
                <a:gd name="connsiteX2" fmla="*/ 10657 w 10657"/>
                <a:gd name="connsiteY2" fmla="*/ 8983 h 10000"/>
                <a:gd name="connsiteX3" fmla="*/ 10657 w 10657"/>
                <a:gd name="connsiteY3" fmla="*/ 1032 h 10000"/>
                <a:gd name="connsiteX4" fmla="*/ 10137 w 10657"/>
                <a:gd name="connsiteY4" fmla="*/ 0 h 10000"/>
                <a:gd name="connsiteX5" fmla="*/ 0 w 10657"/>
                <a:gd name="connsiteY5" fmla="*/ 4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57" h="10000">
                  <a:moveTo>
                    <a:pt x="9877" y="10000"/>
                  </a:moveTo>
                  <a:lnTo>
                    <a:pt x="10137" y="10000"/>
                  </a:lnTo>
                  <a:cubicBezTo>
                    <a:pt x="10427" y="10000"/>
                    <a:pt x="10657" y="9549"/>
                    <a:pt x="10657" y="8983"/>
                  </a:cubicBezTo>
                  <a:lnTo>
                    <a:pt x="10657" y="1032"/>
                  </a:lnTo>
                  <a:cubicBezTo>
                    <a:pt x="10657" y="465"/>
                    <a:pt x="10427" y="0"/>
                    <a:pt x="10137" y="0"/>
                  </a:cubicBezTo>
                  <a:lnTo>
                    <a:pt x="0" y="43"/>
                  </a:lnTo>
                </a:path>
              </a:pathLst>
            </a:custGeom>
            <a:noFill/>
            <a:ln w="50800" cap="rnd">
              <a:solidFill>
                <a:srgbClr val="0070C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2108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E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89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Checklist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1BA286A-FEB7-DB07-13D1-9B3C1024D1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3965" y="178067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79FB991-0FE1-F658-895E-42299F8E2D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03965" y="2733422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9C52EBE7-29B1-9292-7880-A65EFFC9A6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90797" y="177748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7BE3DCA-BF31-F086-20B9-04308014A00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90797" y="2730233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F3BA7E63-737F-0F43-708F-8B8E657771C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11987" y="371375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FA271D5-0FD4-6870-25AF-A2841FDED31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1987" y="4666497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75A764C-3780-76D6-B3A2-6A7683F3C4B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98819" y="371056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443F91B3-EDB7-74DA-884A-D2863008F22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98819" y="4663308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8FAD80F3-9D5C-32EF-9244-1F53A37A0E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9951" y="182890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645D15F-0EB5-A6F6-4876-B836718DDE3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19951" y="280083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8BDDA6B3-B30A-8CC3-E590-0BC424E4B7E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27973" y="376197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CC024FB3-EB6B-ED1F-7AC9-F3E7B1C4D00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27973" y="473391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BCB9ADAB-1CAB-1233-67A8-738CF682EA8E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716474" y="1836922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B7FA044E-5A35-BB89-2189-2CFD757F729F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716474" y="280886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3571F690-D565-8AC0-54C1-258D4CA31341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724496" y="3769995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2C782815-4D3E-57BC-1CE4-6C20C90C9882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724496" y="474193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A9D2614-5670-5243-F199-BF62A96776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8" name="Title 8">
            <a:extLst>
              <a:ext uri="{FF2B5EF4-FFF2-40B4-BE49-F238E27FC236}">
                <a16:creationId xmlns:a16="http://schemas.microsoft.com/office/drawing/2014/main" id="{6A32DFF1-CE96-CA5B-95A1-A96088CE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7528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F_Do's and Don'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40377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Do’s and Don’ts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FC5C8BE9-B1F7-F57B-04AF-DC5D26953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235" y="2560265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0223E60-618C-B55B-6AFB-3199C3ED56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54235" y="3532203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EAE8515B-2833-014D-9AE1-2AE8C8896C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18663" y="2534865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B0D0C03-9CCA-AD38-33A0-E314467485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18663" y="3506803"/>
            <a:ext cx="4535158" cy="871200"/>
          </a:xfrm>
          <a:prstGeom prst="roundRect">
            <a:avLst/>
          </a:prstGeom>
          <a:solidFill>
            <a:srgbClr val="3FBFAD"/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948086D7-FCEB-A913-BEFD-242B5C9BDF0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6812" y="2610465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5773100-EA5C-D144-CA2A-BC126BC3199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06812" y="358240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9837C3F-EB97-3FCA-DAFE-A8C7E088604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314581" y="2618487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216C0FA9-1A9C-DB2F-FA2C-DC891D8F4A7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314581" y="3590425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245B7DA-0382-36D9-B483-E2DE4853D9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7BA7BBA-97CA-96D2-52D4-48B9CB79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1702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G_Code_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3011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Coding Screen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4085BC17-8CE6-E0F3-F9E0-3806B45D13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9951" y="1721863"/>
            <a:ext cx="5226996" cy="3946825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#Code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F63040CF-87DC-B887-1A95-7A4A47A6C0E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80801" y="1721864"/>
            <a:ext cx="5110687" cy="3946824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rgbClr val="92D050"/>
                </a:solidFill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Output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6622F0-4C8D-D7EF-7903-E950BF090E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DCBF7C1-D97D-B690-36F2-04705DCF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38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H_Code/Output (V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FFBA786-5A54-C7DD-B038-F9AF84E8432E}"/>
              </a:ext>
            </a:extLst>
          </p:cNvPr>
          <p:cNvSpPr/>
          <p:nvPr userDrawn="1"/>
        </p:nvSpPr>
        <p:spPr>
          <a:xfrm>
            <a:off x="419951" y="1444661"/>
            <a:ext cx="11352098" cy="4233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3011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Coding Screen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5BF0CD-24E9-F8A8-57D9-8884F75358FF}"/>
              </a:ext>
            </a:extLst>
          </p:cNvPr>
          <p:cNvCxnSpPr>
            <a:cxnSpLocks/>
            <a:stCxn id="9" idx="1"/>
            <a:endCxn id="9" idx="3"/>
          </p:cNvCxnSpPr>
          <p:nvPr userDrawn="1"/>
        </p:nvCxnSpPr>
        <p:spPr>
          <a:xfrm>
            <a:off x="419951" y="3561224"/>
            <a:ext cx="11352098" cy="0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E031ACF-1B92-EB58-BDE1-9B53B6668C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4F80DF77-BE06-29D3-0149-690DBEF5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000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I_Image+ 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89589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+ Text Callout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D28906-D698-45A7-1092-CB08835869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2593" y="2396294"/>
            <a:ext cx="4817439" cy="2796655"/>
          </a:xfrm>
          <a:prstGeom prst="rect">
            <a:avLst/>
          </a:prstGeom>
        </p:spPr>
        <p:txBody>
          <a:bodyPr anchor="ctr"/>
          <a:lstStyle>
            <a:lvl1pPr>
              <a:defRPr lang="en-I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71DE17B-F33A-3668-ACB4-48C33E20A99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72048" y="2463333"/>
            <a:ext cx="4817439" cy="2796655"/>
          </a:xfrm>
          <a:prstGeom prst="rect">
            <a:avLst/>
          </a:prstGeom>
        </p:spPr>
        <p:txBody>
          <a:bodyPr anchor="ctr"/>
          <a:lstStyle>
            <a:lvl1pPr>
              <a:defRPr lang="en-I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BEE814C-BAE5-E935-922C-090D86131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2495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3FBFAD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FDEB69A-EB23-4DB0-517A-9B1A1FF379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94792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3FBFAD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26E1648-90B8-5273-9C03-25A4B24E00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F44287F-2AA6-D683-9C7A-B84C66F7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5158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J_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218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Flowchart</a:t>
            </a:r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2E4806C9-AAFF-1D7B-CC25-FD15325A1343}"/>
              </a:ext>
            </a:extLst>
          </p:cNvPr>
          <p:cNvSpPr>
            <a:spLocks noGrp="1"/>
          </p:cNvSpPr>
          <p:nvPr>
            <p:ph type="dgm" sz="quarter" idx="34"/>
          </p:nvPr>
        </p:nvSpPr>
        <p:spPr>
          <a:xfrm>
            <a:off x="725486" y="1958379"/>
            <a:ext cx="4968875" cy="3363912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5593586E-8ED3-0CA1-8A20-1A50B02B8E66}"/>
              </a:ext>
            </a:extLst>
          </p:cNvPr>
          <p:cNvSpPr>
            <a:spLocks noGrp="1"/>
          </p:cNvSpPr>
          <p:nvPr>
            <p:ph type="dgm" sz="quarter" idx="36"/>
          </p:nvPr>
        </p:nvSpPr>
        <p:spPr>
          <a:xfrm>
            <a:off x="6508659" y="1950359"/>
            <a:ext cx="4968875" cy="3363912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EE34A3F-AFBF-7275-B031-58E1C1A1EF6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8657213F-DCAA-DF8D-C17A-75D180B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5055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K_Hots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892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Hotspots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E8F2312-97F1-1941-CB5B-085DA55408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951" y="2830927"/>
            <a:ext cx="5504933" cy="287199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Insert thumbnail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A9164FB-9657-3E66-CF5F-330CCAE9244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25521" y="2827188"/>
            <a:ext cx="5504933" cy="287199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Insert thumbnail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7C00707-1923-3FC0-163F-4FBD2B0A44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0" y="1819452"/>
            <a:ext cx="5504933" cy="84353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669180A-63EE-591F-11CC-3CC72809BD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7118" y="1819452"/>
            <a:ext cx="5504933" cy="843537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D66E22C-1E08-7F27-B128-988876F8AF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103DD948-1CFC-E8D9-4902-4C69C2B6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2054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L_Infographic + 3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387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prominent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6323" y="1883054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9744" y="4052176"/>
            <a:ext cx="3053159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9744" y="3488396"/>
            <a:ext cx="3053159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7C753D0-518C-7F3D-F2E7-E2CE5F62FC1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349018" y="1875034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050A374-EB86-B952-21BC-A337024222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42439" y="4044156"/>
            <a:ext cx="3053159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A6FDF36-9463-8336-5562-EC89B5CA37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2439" y="3480376"/>
            <a:ext cx="3053159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E94917E-7701-5670-CE7A-DBA60877D7C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661713" y="1867014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C860E80-3CE2-8E7A-CBBB-4FC1F20C1D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55134" y="4036136"/>
            <a:ext cx="3053159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E714747-5D79-36F0-007F-C39D1434DC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855134" y="3472356"/>
            <a:ext cx="3053159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5D4444C-2803-9B26-F109-55468D41A9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575A13C9-73A8-FF7F-22AB-D2005D970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4883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M_Infographic + 4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40834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+ 4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prominent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210552" y="174811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07263" y="395522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07263" y="339144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14F9D1DD-4564-DAEA-12A2-0EE429D043A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384257" y="174009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7B3F5066-E578-4F2B-B01B-862741A3FE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80968" y="394720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D4BF86B4-1438-4F21-DA90-5633EC9A34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80968" y="338342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CC2885DE-ED3D-E7D0-C0A9-52104345423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557962" y="173207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F77C96EB-101F-AA44-C157-5B58BEF0FB9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54673" y="393918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5983DB2-EDE5-6485-564E-E9121EBB27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4673" y="337540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31ACAD09-6CBA-C2F2-8C38-4B51EB4E866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731667" y="172405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924CF4E-8541-586D-877B-7E42F33C2F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28378" y="393116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0F0D6E31-3BBD-2936-55E3-3994DD5CAF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8378" y="336738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CC080A3-F469-4CB7-8DC6-8162BF915E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505C34D-4EFC-6D45-1005-212F5319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97670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N_Infographic + 5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387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+ 5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prominent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99895" y="174811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6606" y="395522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6606" y="339144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14F9D1DD-4564-DAEA-12A2-0EE429D043A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373600" y="174009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7B3F5066-E578-4F2B-B01B-862741A3FE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70311" y="394720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D4BF86B4-1438-4F21-DA90-5633EC9A34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70311" y="338342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CC2885DE-ED3D-E7D0-C0A9-52104345423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547305" y="173207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F77C96EB-101F-AA44-C157-5B58BEF0FB9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44016" y="393918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5983DB2-EDE5-6485-564E-E9121EBB27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44016" y="337540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31ACAD09-6CBA-C2F2-8C38-4B51EB4E866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721010" y="172405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924CF4E-8541-586D-877B-7E42F33C2F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17721" y="393116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0F0D6E31-3BBD-2936-55E3-3994DD5CAF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17721" y="336738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4900D9C1-5C57-89C7-05A4-24B1EC53054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894715" y="1716036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201AF8E6-8ACC-21B1-0853-0D2769953C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91426" y="3923149"/>
            <a:ext cx="2050877" cy="1433715"/>
          </a:xfrm>
          <a:prstGeom prst="rect">
            <a:avLst/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1E27932E-6F6B-DE73-876D-ADFC4381ECD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91426" y="3359369"/>
            <a:ext cx="2050877" cy="469554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14E9478-2D53-3051-ED1C-1BC98ED8CC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DDE16E9-71FE-73DE-3910-A8668182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9193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O_Infographic + 6 element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4620E-20C9-4149-93AD-82AC14A8106F}"/>
              </a:ext>
            </a:extLst>
          </p:cNvPr>
          <p:cNvSpPr txBox="1"/>
          <p:nvPr userDrawn="1"/>
        </p:nvSpPr>
        <p:spPr>
          <a:xfrm>
            <a:off x="0" y="6858000"/>
            <a:ext cx="677942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+ 6 element + List only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1C3736E-99A8-4E9D-9130-EEA3E7A9B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21587" y="3495041"/>
            <a:ext cx="1688483" cy="25247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56BFCDA-1B35-44E0-96DD-8FC7357959D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11837" y="1544435"/>
            <a:ext cx="1688483" cy="265926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E74AACD-D60C-4404-9AF3-9386236E68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637" y="1541952"/>
            <a:ext cx="1688483" cy="265926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7855415-E93B-49D6-8618-26F6611D00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462043" y="3507741"/>
            <a:ext cx="1688483" cy="265926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D2BC763-107B-46E1-B889-22F98022920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39199" y="1556531"/>
            <a:ext cx="1688483" cy="25247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E409A540-921D-461D-8124-5A9066FF7B8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68059" y="3495041"/>
            <a:ext cx="1688483" cy="25247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2573E09-8A4F-279F-DAE8-D4AAEF5252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75AC3D9-A569-B343-7987-0F60008C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8307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P_Bulleted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410721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Bulleted lists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B5FB7D5-3C0E-4830-B758-4C7BC0CD3E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373" y="1923836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6782F96-2D3B-4FAB-9319-1E884BCA04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488373" y="2876582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5DE523AD-7CB8-F5A5-3A53-714418F87A5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96395" y="3856911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BF233287-D41B-F1CB-9F7D-2C11F45D276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96395" y="4809657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B7DA523C-22C8-269B-FFEB-65145D96BC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04359" y="2003737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43038398-3761-03C2-B763-9E550B27047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04359" y="2943998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FF7E7083-C332-E3F6-EE0B-4C6EFB7E3AA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12381" y="390513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E323333B-008C-D80D-0A4B-2170A9B2C5F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12381" y="4877071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B7C3F8-585A-F570-BB65-CF6ABB4249A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55512" y="1931858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1E4C359-2B43-5BA1-5B99-B4F684424A4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55512" y="2884604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833F4D3-3791-D869-72CD-C91B01EF2DC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63534" y="3864933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F81B83AD-B814-91BE-1472-7AFF46487D3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263534" y="4817679"/>
            <a:ext cx="4260047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995F7F53-A7DE-B73A-A095-FA13464D07E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471498" y="2011759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2A900E9C-DDB6-C408-17CB-62F83AF9B83E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471498" y="2952020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86F12C8A-28F1-5C88-E125-77FABE64B350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479520" y="3913155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957413B-E98C-13BB-9569-AD889EE5B80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479520" y="4885093"/>
            <a:ext cx="720000" cy="72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4A4D45F-4163-4109-E854-FBB3564057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666ABC95-F5FE-4033-F1DB-7A73B19C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6584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Q_Stepwise Process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D8C3C4-C899-445D-AC3D-C2B683C32B1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80481" y="2252790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033A15D-57D3-47CF-907F-5A50D370BE5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80481" y="3474460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A17FB9C-E789-435D-8DB3-7C1E92CD54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69152" y="4682435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7AE7D-4B17-49DB-BC7F-3850B7447265}"/>
              </a:ext>
            </a:extLst>
          </p:cNvPr>
          <p:cNvSpPr txBox="1"/>
          <p:nvPr userDrawn="1"/>
        </p:nvSpPr>
        <p:spPr>
          <a:xfrm>
            <a:off x="0" y="6858000"/>
            <a:ext cx="686758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Stepwise Process/Procedure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E8CA600-1135-31A0-9E33-EB7FD19CCD7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1388" y="225813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652EF00-5807-A8D9-7FC5-BF912B764A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1387" y="347980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5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24DAF7C-9EA8-4AED-2701-0B44387284E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40059" y="4687783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6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85789D-FA55-27FA-EDCE-B03C59FCB9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47986" y="210386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76CEF02-C64D-46EC-3454-E7DCEDB2207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747985" y="3259049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0AA971BF-62BB-2544-C404-DC6299F05AD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747985" y="445765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F3A1478B-6013-EB29-0210-B424056065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922333" y="2111127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8E21027-0E95-1DB2-8F2D-00181A08B62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922332" y="326630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800D3FB-980F-AC80-10F9-AF99F89BE17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22332" y="4464917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986848E-C8D7-0ACD-CCC9-F59973FA96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1F90AAB-B968-C044-6DAF-45EF24E4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6062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R_Timeline with Year/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77AE7D-4B17-49DB-BC7F-3850B7447265}"/>
              </a:ext>
            </a:extLst>
          </p:cNvPr>
          <p:cNvSpPr txBox="1"/>
          <p:nvPr userDrawn="1"/>
        </p:nvSpPr>
        <p:spPr>
          <a:xfrm>
            <a:off x="0" y="6858000"/>
            <a:ext cx="637706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Timeline with Year/Date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38B3D7C-D530-A34C-6DC7-5162B0FAC7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59248" y="4207567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E0F83CB-AC28-7F69-12AF-E0ABBC2D76D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26969" y="4207567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57E4B73F-B549-B14D-FD61-7B0B200AED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94690" y="4207567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D756BF3-D0F0-6294-EA5A-EE44ED52AF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7270" y="3782454"/>
            <a:ext cx="2435742" cy="40011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Year/Date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E7FA2EB-A62B-680D-EACF-FDD11B346EF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34991" y="3782454"/>
            <a:ext cx="2435742" cy="40011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Year/Date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5E74D742-84AA-D222-5E22-AAC3055F1D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02712" y="3782454"/>
            <a:ext cx="2435742" cy="40011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Year/Date</a:t>
            </a:r>
            <a:endParaRPr lang="en-IN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C7C8211-11EE-352C-F9DC-E48BA3C29F8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27861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5EF04B5-AB9E-1C28-3231-BB4C4B67322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287560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40F06577-06F0-7324-9A46-1F47312B48E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755281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AB70E2-91B3-588D-CF0A-559B8E529C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3D33BCA-A881-BB74-978B-93D499C3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338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S_Timeline with 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77AE7D-4B17-49DB-BC7F-3850B7447265}"/>
              </a:ext>
            </a:extLst>
          </p:cNvPr>
          <p:cNvSpPr txBox="1"/>
          <p:nvPr userDrawn="1"/>
        </p:nvSpPr>
        <p:spPr>
          <a:xfrm>
            <a:off x="0" y="6858000"/>
            <a:ext cx="6048451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Timeline with Events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B63A2B9-AAA1-3BD4-81AE-6CBFF9CCF9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59248" y="3902769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EFEF9D3-122A-DDAF-120D-0D55BCC164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26969" y="3902769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9B84733-8F68-DD85-B775-9D0CFAEF030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94690" y="3902769"/>
            <a:ext cx="2435742" cy="756478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9F06AC1B-A64C-A2D1-9D8F-979D2E84D8A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27861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B61E519-D0C1-B567-0744-5109A254F88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287560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3665DE7A-D9D8-20D0-9FE3-59182308370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755281" y="2200440"/>
            <a:ext cx="131456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E3BCBDC-04B0-2572-5096-2DC478F25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B303F6C-96AF-EF1C-A43F-5ABD9BFB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0614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_Image/Table/Graph +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544892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Image/Table/Graph +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7DF777D-0611-43FE-BECC-3696FEE82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584" y="5102414"/>
            <a:ext cx="11322871" cy="495256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32E5F9B-74B0-4E2D-9CB5-0E626C2BEC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583" y="1507958"/>
            <a:ext cx="11322871" cy="342054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7E87FE6-45A6-3D1A-2614-2CBC202C00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A48527EA-2C6C-5E6C-5A9F-3ABEE58B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58319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U_Infographic + 3 element +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893112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Image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584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583" y="4104878"/>
            <a:ext cx="3516717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F1147B7-9A34-4CB6-B84C-97B9DD46B0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3784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52F2BB-01C0-40E2-904F-58759FF63D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3783" y="4104878"/>
            <a:ext cx="3516717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A0DD8B2-E007-445B-BFF7-00E6154140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79983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2731027-2452-47F3-BF27-8348362107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82479" y="4104878"/>
            <a:ext cx="3514220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81C16BA-AD22-162C-A166-538A16D432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C9EC406-1FD0-EC23-0AAF-C05CB37F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529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V_Infographic + Sce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893112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Scenario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584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583" y="4104878"/>
            <a:ext cx="3516717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F1147B7-9A34-4CB6-B84C-97B9DD46B0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3784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52F2BB-01C0-40E2-904F-58759FF63D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3783" y="4104878"/>
            <a:ext cx="3516717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A0DD8B2-E007-445B-BFF7-00E6154140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79983" y="1775326"/>
            <a:ext cx="3516716" cy="220311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2731027-2452-47F3-BF27-8348362107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82479" y="4104878"/>
            <a:ext cx="3514220" cy="1092200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2281F60-D597-6A97-C21F-B7DC34F790D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2079BE6D-1BE0-F923-84C8-EA14CCA1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56169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W_Infographic + 3 element + Icon/image promi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526618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(V2)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6BC4358A-BC5A-48F8-9F5D-3C4E637AA2D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968500" y="2672617"/>
            <a:ext cx="2443533" cy="225588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Picture</a:t>
            </a: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7DF777D-0611-43FE-BECC-3696FEE82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583" y="5057376"/>
            <a:ext cx="11322871" cy="557249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32E5F9B-74B0-4E2D-9CB5-0E626C2BEC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325144" y="2672617"/>
            <a:ext cx="2443533" cy="225588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01766A36-BC73-49EC-B9E8-D4BA237549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8685" y="1534196"/>
            <a:ext cx="3574630" cy="892357"/>
          </a:xfrm>
          <a:prstGeom prst="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B0D6D02D-59B2-43A8-9E08-444960B5BFC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681788" y="2672617"/>
            <a:ext cx="2443533" cy="225588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IN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9B68BF0-1E4B-F518-B423-B00A578403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B63F3F9E-5B84-2D25-8E4F-95739EDA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0279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_Infographic + 3 types text with icon + icon + label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282586-66A9-497D-A10B-B1E6D3EFBD93}"/>
              </a:ext>
            </a:extLst>
          </p:cNvPr>
          <p:cNvSpPr txBox="1"/>
          <p:nvPr userDrawn="1"/>
        </p:nvSpPr>
        <p:spPr>
          <a:xfrm>
            <a:off x="0" y="6858000"/>
            <a:ext cx="840646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+ 3 types text with icon + icon + label +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58BA84-E4CC-4D78-9905-F032D8E69EF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79579" y="4117934"/>
            <a:ext cx="3065702" cy="5573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Insert text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E1EC42AA-B945-054E-B323-C929F4B33B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192430" y="2546473"/>
            <a:ext cx="1440000" cy="144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333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1"/>
            <a:r>
              <a:rPr lang="en-IN"/>
              <a:t>Icon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E8491EE9-3AE3-65FF-E794-B3F2AD14BBA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02398" y="1762246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2470DDE-ABF5-974E-C973-EEA42075DD8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02398" y="2812817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DD770F0-C1F5-9C96-0360-4316A12DAD4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02398" y="386338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ECFFC86-F1D4-D105-95EF-C2298F7F86E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02398" y="4913959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60EC1CB-9D1E-06E0-20BD-C4CE9EF1DEB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DE8203FC-F124-FD48-0E62-C06D40CD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57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Y_Infographic +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C384C08-CECB-4147-8FCD-943A5EC0D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727" y="2054533"/>
            <a:ext cx="5579273" cy="304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image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45602-2ABE-4A5C-8899-AC436D31D3B7}"/>
              </a:ext>
            </a:extLst>
          </p:cNvPr>
          <p:cNvSpPr txBox="1"/>
          <p:nvPr userDrawn="1"/>
        </p:nvSpPr>
        <p:spPr>
          <a:xfrm>
            <a:off x="0" y="6858000"/>
            <a:ext cx="737894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with bullets/numbering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08545D0-EBAD-2DFD-80F9-5627F65BBE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666886" y="194798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60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54AD1BE-85F2-48C8-14A4-501F94204D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666886" y="284881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60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F89929-CECB-71F8-9B4E-5A71B4434F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55557" y="3768037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60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3D46109-1998-FE4D-D8FF-86C70D43C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93013" y="1822701"/>
            <a:ext cx="3757540" cy="6817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8E243E3-F07F-53A0-279B-9FD55CCE40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93013" y="2731436"/>
            <a:ext cx="3757539" cy="6601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31039AE-8E77-94FB-A51A-D8417F57EB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93013" y="3650763"/>
            <a:ext cx="3757539" cy="65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F00DD5F-4E80-DC2E-A536-ED4514139E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60905" y="4639655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60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BF62E0-0E71-35F1-6616-0CDD2C90D2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98361" y="4522381"/>
            <a:ext cx="3757539" cy="65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A736A10-A768-C48C-E37F-9375C514254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03DDB00E-8154-F1B4-8A1E-A4106AC9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54414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Z_Comparison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452F3D-7620-4EBD-8019-4CC5BF89300E}"/>
              </a:ext>
            </a:extLst>
          </p:cNvPr>
          <p:cNvSpPr txBox="1"/>
          <p:nvPr userDrawn="1"/>
        </p:nvSpPr>
        <p:spPr>
          <a:xfrm>
            <a:off x="0" y="6858000"/>
            <a:ext cx="516038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Comparison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B1C093A-2F1D-4ED6-8246-B962E0A911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583" y="2454441"/>
            <a:ext cx="5292707" cy="3404001"/>
          </a:xfrm>
          <a:prstGeom prst="rect">
            <a:avLst/>
          </a:prstGeom>
        </p:spPr>
        <p:txBody>
          <a:bodyPr anchor="t"/>
          <a:lstStyle>
            <a:lvl1pPr marL="295290" indent="-29529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5495"/>
              </a:buClr>
              <a:buFont typeface="Arial" panose="020B0604020202020204" pitchFamily="34" charset="0"/>
              <a:buChar char="•"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B3F157C-5874-4B78-B6EB-D34A43307C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1706" y="2454441"/>
            <a:ext cx="5238748" cy="3404002"/>
          </a:xfrm>
          <a:prstGeom prst="rect">
            <a:avLst/>
          </a:prstGeom>
        </p:spPr>
        <p:txBody>
          <a:bodyPr anchor="t"/>
          <a:lstStyle>
            <a:lvl1pPr marL="295290" indent="-295290" algn="l" defTabSz="914446" rtl="0" eaLnBrk="1" latinLnBrk="0" hangingPunct="1">
              <a:lnSpc>
                <a:spcPct val="90000"/>
              </a:lnSpc>
              <a:spcBef>
                <a:spcPct val="0"/>
              </a:spcBef>
              <a:buClr>
                <a:srgbClr val="005495"/>
              </a:buClr>
              <a:buFont typeface="Arial" panose="020B0604020202020204" pitchFamily="34" charset="0"/>
              <a:buChar char="•"/>
              <a:defRPr lang="en-IN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3ECBD337-B788-8EBA-2112-0DAB7E5195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951" y="1997378"/>
            <a:ext cx="5269442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CB3F27F6-CCC6-CF7D-A192-CFFC7955AC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02608" y="1997378"/>
            <a:ext cx="5269442" cy="4001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0070C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3806542-EE27-D203-89F8-C8E24AA4DC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2D37F3C8-D38B-5F42-B22E-A99633D0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8352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A_Equation/Formul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6708F3-E016-41F6-9851-D5056D0001FD}"/>
              </a:ext>
            </a:extLst>
          </p:cNvPr>
          <p:cNvSpPr txBox="1"/>
          <p:nvPr userDrawn="1"/>
        </p:nvSpPr>
        <p:spPr>
          <a:xfrm>
            <a:off x="0" y="6858000"/>
            <a:ext cx="542007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Equation/Formulae + text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21FF0BE-FEBA-D3A9-5801-06D0114527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4733" y="1670724"/>
            <a:ext cx="9167422" cy="12106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E3E35873-B5E3-8E8C-F95F-132E320C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64733" y="4721537"/>
            <a:ext cx="9169982" cy="1020365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  <a:br>
              <a:rPr lang="en-US"/>
            </a:b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36CF57-A9DF-B42A-27B9-09DF643C63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7293" y="2987749"/>
            <a:ext cx="9167422" cy="16268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Insert formula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BCBE1E8-311B-8CB8-E5BB-2C01A16B4A9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9951" y="177833"/>
            <a:ext cx="11352098" cy="567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rgbClr val="302175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17BDD3C3-7F7C-3679-1C5E-366C9BC8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767637"/>
            <a:ext cx="11352098" cy="567127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305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_Demo Wide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03ADE2-9E68-307B-156B-6C6A855493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9" b="79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F5B630-0068-2F21-E87E-1661927085C0}"/>
              </a:ext>
            </a:extLst>
          </p:cNvPr>
          <p:cNvSpPr txBox="1"/>
          <p:nvPr userDrawn="1"/>
        </p:nvSpPr>
        <p:spPr>
          <a:xfrm>
            <a:off x="-2045039" y="5903893"/>
            <a:ext cx="1980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400" b="1" dirty="0">
                <a:solidFill>
                  <a:srgbClr val="302175"/>
                </a:solidFill>
              </a:rPr>
              <a:t>Dummy Faculty image</a:t>
            </a:r>
          </a:p>
          <a:p>
            <a:pPr algn="l"/>
            <a:r>
              <a:rPr lang="en-IN" sz="1400" i="1" dirty="0">
                <a:solidFill>
                  <a:srgbClr val="302175"/>
                </a:solidFill>
              </a:rPr>
              <a:t>If req. change it in Slide Master with the actual Course Faculty later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1DB05-B15B-7F03-FDE3-A89ABBB459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674" y="368818"/>
            <a:ext cx="11536326" cy="6489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887D21-3487-8714-8B0C-F362A27CFE74}"/>
              </a:ext>
            </a:extLst>
          </p:cNvPr>
          <p:cNvSpPr txBox="1"/>
          <p:nvPr userDrawn="1"/>
        </p:nvSpPr>
        <p:spPr>
          <a:xfrm>
            <a:off x="0" y="6858000"/>
            <a:ext cx="9526772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 SCREEN (DEMO):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NO HEADERS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(FACULTY AT THE CENTER)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9666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_Demo 60: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window&#10;&#10;Description automatically generated">
            <a:extLst>
              <a:ext uri="{FF2B5EF4-FFF2-40B4-BE49-F238E27FC236}">
                <a16:creationId xmlns:a16="http://schemas.microsoft.com/office/drawing/2014/main" id="{BA99F3D7-41F4-412F-5A15-F0BA162D48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3" t="11" r="27965" b="-11"/>
          <a:stretch/>
        </p:blipFill>
        <p:spPr>
          <a:xfrm>
            <a:off x="5752213" y="779"/>
            <a:ext cx="8144539" cy="6856442"/>
          </a:xfrm>
          <a:prstGeom prst="flowChartInputOutpu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E8FED1-F1E0-DFBF-AC34-196D00BCB8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6" r="11042"/>
          <a:stretch/>
        </p:blipFill>
        <p:spPr>
          <a:xfrm>
            <a:off x="5752213" y="368818"/>
            <a:ext cx="8059480" cy="6489182"/>
          </a:xfrm>
          <a:prstGeom prst="flowChartInputOutput">
            <a:avLst/>
          </a:prstGeom>
        </p:spPr>
      </p:pic>
      <p:sp>
        <p:nvSpPr>
          <p:cNvPr id="10" name="Parallelogram 9">
            <a:extLst>
              <a:ext uri="{FF2B5EF4-FFF2-40B4-BE49-F238E27FC236}">
                <a16:creationId xmlns:a16="http://schemas.microsoft.com/office/drawing/2014/main" id="{C7BD0C17-AEC7-C203-C66A-F14561C8569E}"/>
              </a:ext>
            </a:extLst>
          </p:cNvPr>
          <p:cNvSpPr/>
          <p:nvPr userDrawn="1"/>
        </p:nvSpPr>
        <p:spPr>
          <a:xfrm>
            <a:off x="5676160" y="0"/>
            <a:ext cx="1755997" cy="6858000"/>
          </a:xfrm>
          <a:prstGeom prst="parallelogram">
            <a:avLst>
              <a:gd name="adj" fmla="val 952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83B3A1E-C13B-E25C-E847-000B4064B58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1281" y="2245571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85AB5E3E-4DD5-B000-98C8-8D19AD2635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1280" y="3146401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C0BCD56-4326-0E34-8114-2237B07E86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9951" y="4065620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5FEDF2E-F251-4737-809D-00B2533261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5299" y="4937238"/>
            <a:ext cx="429683" cy="4296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C7735E87-0692-E066-BDA8-FF6B374AB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244" y="2103868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EB33B4EC-CA45-96BC-2622-C2970D55AF0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8592" y="2959446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1C26F636-FEFB-C252-EA5A-12508D8165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3940" y="3815024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EF661355-4869-AD39-7039-3979349517E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288" y="4670602"/>
            <a:ext cx="3721701" cy="871200"/>
          </a:xfrm>
          <a:prstGeom prst="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E3EE4173-C2B2-6A8C-F194-7BEE959724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952" y="177833"/>
            <a:ext cx="6082658" cy="1006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302175"/>
                </a:solidFill>
                <a:latin typeface="Merriweather" panose="00000500000000000000" pitchFamily="2" charset="0"/>
                <a:cs typeface="Arial" panose="020B0604020202020204" pitchFamily="34" charset="0"/>
              </a:defRPr>
            </a:lvl1pPr>
            <a:lvl2pPr>
              <a:defRPr sz="3200" b="1">
                <a:latin typeface="Novel Pro" panose="02000000000000000000" pitchFamily="50" charset="0"/>
              </a:defRPr>
            </a:lvl2pPr>
            <a:lvl3pPr>
              <a:defRPr sz="3200" b="1">
                <a:latin typeface="Novel Pro" panose="02000000000000000000" pitchFamily="50" charset="0"/>
              </a:defRPr>
            </a:lvl3pPr>
            <a:lvl4pPr>
              <a:defRPr sz="3200" b="1">
                <a:latin typeface="Novel Pro" panose="02000000000000000000" pitchFamily="50" charset="0"/>
              </a:defRPr>
            </a:lvl4pPr>
            <a:lvl5pPr>
              <a:defRPr sz="3200" b="1">
                <a:latin typeface="Novel Pro" panose="02000000000000000000" pitchFamily="50" charset="0"/>
              </a:defRPr>
            </a:lvl5pPr>
          </a:lstStyle>
          <a:p>
            <a:pPr lvl="0"/>
            <a:r>
              <a:rPr lang="en-US"/>
              <a:t>Lorem Ipsum is simply dummy text</a:t>
            </a:r>
          </a:p>
        </p:txBody>
      </p:sp>
      <p:sp>
        <p:nvSpPr>
          <p:cNvPr id="30" name="Title 8">
            <a:extLst>
              <a:ext uri="{FF2B5EF4-FFF2-40B4-BE49-F238E27FC236}">
                <a16:creationId xmlns:a16="http://schemas.microsoft.com/office/drawing/2014/main" id="{7ECBB5DC-6D74-182C-FBF2-436D4140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51" y="1184672"/>
            <a:ext cx="5269442" cy="56712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F61550-8D06-A1C8-8CAE-CDDA6942AC59}"/>
              </a:ext>
            </a:extLst>
          </p:cNvPr>
          <p:cNvSpPr txBox="1"/>
          <p:nvPr userDrawn="1"/>
        </p:nvSpPr>
        <p:spPr>
          <a:xfrm>
            <a:off x="0" y="6858000"/>
            <a:ext cx="9526772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60:40 FRAME (DEMO):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VIDEO + HEADERS + BULLETS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FACULTY ON RIGHT 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9313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C_Demo Too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575AD-5B4D-06B9-7F78-C9D142284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12FD26D-45F6-DF70-0F8F-245A8FCFEE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55983" y="5310963"/>
            <a:ext cx="2113505" cy="871200"/>
          </a:xfrm>
          <a:prstGeom prst="wedgeRoundRectCallout">
            <a:avLst>
              <a:gd name="adj1" fmla="val 491"/>
              <a:gd name="adj2" fmla="val -99821"/>
              <a:gd name="adj3" fmla="val 16667"/>
            </a:avLst>
          </a:prstGeom>
          <a:solidFill>
            <a:srgbClr val="3FBFAD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A9F9B-ADCB-7CC4-669A-119697982972}"/>
              </a:ext>
            </a:extLst>
          </p:cNvPr>
          <p:cNvSpPr txBox="1"/>
          <p:nvPr userDrawn="1"/>
        </p:nvSpPr>
        <p:spPr>
          <a:xfrm>
            <a:off x="0" y="6858000"/>
            <a:ext cx="9526772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 (DEMO):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 SCREEN CAPTURE OR SIMULATION DEMO SCREEN ANIMATION VIDEO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98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6.jpe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image" Target="../media/image6.jpeg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image" Target="../media/image6.jpe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theme" Target="../theme/theme5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6.jpe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9EF2F4-0F6F-232A-C2F7-441C871056EB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B6E3A3-B1E3-4476-86E2-E2B91FD5DBC9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17A31-D437-7EBB-DB51-15CB73370A56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D5D9F2-8925-573D-9C6F-771EA77B7AA0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E0A5A7F-190D-FF89-70DB-A85C61975261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616CA9-8346-987D-C9C3-2C5FB9ABEC45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0696DF-C36B-2BAD-B853-9676BFA7891B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30138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185" r:id="rId2"/>
    <p:sldLayoutId id="2147484286" r:id="rId3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1F8E4D5-EAEA-5F67-D947-89AB2FE102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picture containing window&#10;&#10;Description automatically generated">
            <a:extLst>
              <a:ext uri="{FF2B5EF4-FFF2-40B4-BE49-F238E27FC236}">
                <a16:creationId xmlns:a16="http://schemas.microsoft.com/office/drawing/2014/main" id="{4E0CB44C-F8BB-0271-3FC5-493FB01006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3" t="11" r="27965" b="-11"/>
          <a:stretch/>
        </p:blipFill>
        <p:spPr>
          <a:xfrm>
            <a:off x="5752213" y="779"/>
            <a:ext cx="8144539" cy="6856442"/>
          </a:xfrm>
          <a:prstGeom prst="flowChartInputOutpu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B02D9FD-9B84-7CB1-9832-5D0AC483D94E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76D9FE-CC63-C203-9B24-A8DFAC2B8467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21F333-8BF2-65EB-E60C-6C88C24FC066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D0CF31-CBBD-50FA-5F9A-41FFB910428F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83954F-85A6-1F51-E3D1-023D62995DC8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A7AB3BC-D525-B517-5E5E-5741ABAFDE54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2EE39E-99FB-E76F-CBCC-FD2D67F6662C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370E87-61FF-AC43-E20F-7E149B09A6A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875" t="5000" r="39041" b="5000"/>
          <a:stretch>
            <a:fillRect/>
          </a:stretch>
        </p:blipFill>
        <p:spPr>
          <a:xfrm>
            <a:off x="-2057400" y="0"/>
            <a:ext cx="9489557" cy="6858000"/>
          </a:xfrm>
          <a:prstGeom prst="parallelogram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4CEE5821-4DEA-BFE6-5721-52B633557979}"/>
              </a:ext>
            </a:extLst>
          </p:cNvPr>
          <p:cNvSpPr/>
          <p:nvPr userDrawn="1"/>
        </p:nvSpPr>
        <p:spPr>
          <a:xfrm>
            <a:off x="0" y="0"/>
            <a:ext cx="7432157" cy="6858000"/>
          </a:xfrm>
          <a:prstGeom prst="parallelogram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A mannequin wearing a suit&#10;&#10;Description automatically generated with low confidence">
            <a:extLst>
              <a:ext uri="{FF2B5EF4-FFF2-40B4-BE49-F238E27FC236}">
                <a16:creationId xmlns:a16="http://schemas.microsoft.com/office/drawing/2014/main" id="{763B91BE-5DB2-0AC6-90D3-8E4C2A6BF12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49" y="1179095"/>
            <a:ext cx="4333901" cy="5678905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C8F49044-2CF4-9D8D-D374-FE20A165CB8D}"/>
              </a:ext>
            </a:extLst>
          </p:cNvPr>
          <p:cNvSpPr/>
          <p:nvPr userDrawn="1"/>
        </p:nvSpPr>
        <p:spPr>
          <a:xfrm>
            <a:off x="5676160" y="0"/>
            <a:ext cx="1755997" cy="6858000"/>
          </a:xfrm>
          <a:prstGeom prst="parallelogram">
            <a:avLst>
              <a:gd name="adj" fmla="val 952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4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4193" r:id="rId2"/>
    <p:sldLayoutId id="2147484010" r:id="rId3"/>
    <p:sldLayoutId id="2147484117" r:id="rId4"/>
    <p:sldLayoutId id="2147484168" r:id="rId5"/>
    <p:sldLayoutId id="2147484116" r:id="rId6"/>
    <p:sldLayoutId id="2147484189" r:id="rId7"/>
    <p:sldLayoutId id="2147484170" r:id="rId8"/>
    <p:sldLayoutId id="2147484186" r:id="rId9"/>
    <p:sldLayoutId id="2147483996" r:id="rId10"/>
    <p:sldLayoutId id="2147484001" r:id="rId11"/>
    <p:sldLayoutId id="2147484005" r:id="rId12"/>
    <p:sldLayoutId id="2147484182" r:id="rId13"/>
    <p:sldLayoutId id="2147484183" r:id="rId14"/>
  </p:sldLayoutIdLst>
  <p:txStyles>
    <p:titleStyle>
      <a:lvl1pPr marL="0" algn="l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4231" userDrawn="1">
          <p15:clr>
            <a:srgbClr val="F26B43"/>
          </p15:clr>
        </p15:guide>
        <p15:guide id="5" orient="horz" pos="3959" userDrawn="1">
          <p15:clr>
            <a:srgbClr val="F26B43"/>
          </p15:clr>
        </p15:guide>
        <p15:guide id="9" orient="horz" pos="104" userDrawn="1">
          <p15:clr>
            <a:srgbClr val="F26B43"/>
          </p15:clr>
        </p15:guide>
        <p15:guide id="10" pos="302" userDrawn="1">
          <p15:clr>
            <a:srgbClr val="F26B43"/>
          </p15:clr>
        </p15:guide>
        <p15:guide id="11" orient="horz" pos="739" userDrawn="1">
          <p15:clr>
            <a:srgbClr val="F26B43"/>
          </p15:clr>
        </p15:guide>
        <p15:guide id="13" orient="horz" pos="96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61C6D0-04BC-3DD5-E1A4-11D54E0594D0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F469BE-ADD2-0F4C-AB30-F245CEFEB1E7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D91946-E91D-411A-D5F1-716DD3CC7BCB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715788-6E4A-E651-E857-EBDC727F7D5E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9C096F-889F-65BC-015D-A6E850571A9B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F5ED6E1-3A15-F2BE-E9CD-A8EEA575DC48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FC3A40-39F2-2A73-32EC-DB7B1363F353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E22E1D9-DBBC-6AE4-DCAF-A11AD7DEB3A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CFFD2C-D9A1-DB2C-9230-36BB2F580D2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97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292" r:id="rId2"/>
    <p:sldLayoutId id="2147484123" r:id="rId3"/>
    <p:sldLayoutId id="2147484122" r:id="rId4"/>
    <p:sldLayoutId id="2147484124" r:id="rId5"/>
    <p:sldLayoutId id="2147484169" r:id="rId6"/>
    <p:sldLayoutId id="2147484171" r:id="rId7"/>
    <p:sldLayoutId id="2147484173" r:id="rId8"/>
    <p:sldLayoutId id="2147484174" r:id="rId9"/>
    <p:sldLayoutId id="2147484287" r:id="rId10"/>
    <p:sldLayoutId id="2147484288" r:id="rId11"/>
    <p:sldLayoutId id="2147484289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72" r:id="rId23"/>
  </p:sldLayoutIdLst>
  <p:txStyles>
    <p:titleStyle>
      <a:lvl1pPr marL="0" algn="l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4216" userDrawn="1">
          <p15:clr>
            <a:srgbClr val="F26B43"/>
          </p15:clr>
        </p15:guide>
        <p15:guide id="5" orient="horz" pos="3989" userDrawn="1">
          <p15:clr>
            <a:srgbClr val="F26B43"/>
          </p15:clr>
        </p15:guide>
        <p15:guide id="9" orient="horz" pos="455" userDrawn="1">
          <p15:clr>
            <a:srgbClr val="F26B43"/>
          </p15:clr>
        </p15:guide>
        <p15:guide id="10" pos="302" userDrawn="1">
          <p15:clr>
            <a:srgbClr val="F26B43"/>
          </p15:clr>
        </p15:guide>
        <p15:guide id="11" orient="horz" pos="992" userDrawn="1">
          <p15:clr>
            <a:srgbClr val="F26B43"/>
          </p15:clr>
        </p15:guide>
        <p15:guide id="12" orient="horz" pos="1296" userDrawn="1">
          <p15:clr>
            <a:srgbClr val="F26B43"/>
          </p15:clr>
        </p15:guide>
        <p15:guide id="13" orient="horz" pos="140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8997" y="568084"/>
            <a:ext cx="11489713" cy="5539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99D35-9B1B-4A47-807F-63F6192154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>
              <a:noFill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B866AA-EA86-8EDA-B2CF-43240D301592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6C06B6-0504-B88A-29A0-A84713351314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085B79E-C150-27BE-A3AB-F2EFA15B7B39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999CB0-55B9-8B11-6490-33F75FF11437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E5FBB48-F394-3BF6-43C0-84E6C5F29613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C71BBE-FD01-1F8F-4391-571734F7FA05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03C700-DBF8-F4E6-671A-8C972BDA2F6F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9953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  <p:sldLayoutId id="2147483940" r:id="rId2"/>
    <p:sldLayoutId id="2147484297" r:id="rId3"/>
    <p:sldLayoutId id="2147484080" r:id="rId4"/>
    <p:sldLayoutId id="2147484192" r:id="rId5"/>
    <p:sldLayoutId id="2147484285" r:id="rId6"/>
    <p:sldLayoutId id="2147484299" r:id="rId7"/>
    <p:sldLayoutId id="2147484298" r:id="rId8"/>
  </p:sldLayoutIdLst>
  <p:txStyles>
    <p:titleStyle>
      <a:lvl1pPr marL="0" algn="l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DB0908-4FC3-71DE-D828-9CB659BBA198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91275E-D1E2-FF7A-53D2-B42640BEC06C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4DFBCD-3B7D-88BD-6436-029F9D3DA6B7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DB4E84-4ECE-8FE7-3082-F70116A41317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429619F-FC87-0E4D-514D-2ECB76BB45EA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98643D-2388-80B7-C4DD-778E80CFAB33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3562BF-7C04-0D28-81FC-5FF1F8761E4E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10FCEAB-C4DE-85D6-D2A4-DD65AEFE9617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9DB2F37-811E-4A8B-408A-A1E5C7D705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55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94" r:id="rId2"/>
    <p:sldLayoutId id="2147484167" r:id="rId3"/>
    <p:sldLayoutId id="2147484175" r:id="rId4"/>
    <p:sldLayoutId id="2147484187" r:id="rId5"/>
    <p:sldLayoutId id="2147484188" r:id="rId6"/>
    <p:sldLayoutId id="2147484178" r:id="rId7"/>
    <p:sldLayoutId id="2147484179" r:id="rId8"/>
    <p:sldLayoutId id="2147484180" r:id="rId9"/>
    <p:sldLayoutId id="2147484176" r:id="rId10"/>
    <p:sldLayoutId id="2147484177" r:id="rId11"/>
    <p:sldLayoutId id="2147483901" r:id="rId12"/>
    <p:sldLayoutId id="2147484200" r:id="rId13"/>
    <p:sldLayoutId id="2147484198" r:id="rId14"/>
    <p:sldLayoutId id="2147483914" r:id="rId15"/>
    <p:sldLayoutId id="2147484195" r:id="rId16"/>
    <p:sldLayoutId id="2147483921" r:id="rId17"/>
    <p:sldLayoutId id="2147484196" r:id="rId18"/>
    <p:sldLayoutId id="2147484197" r:id="rId19"/>
    <p:sldLayoutId id="2147484145" r:id="rId20"/>
    <p:sldLayoutId id="2147483899" r:id="rId21"/>
    <p:sldLayoutId id="2147484201" r:id="rId22"/>
    <p:sldLayoutId id="2147483906" r:id="rId23"/>
    <p:sldLayoutId id="2147483913" r:id="rId24"/>
    <p:sldLayoutId id="2147484166" r:id="rId25"/>
    <p:sldLayoutId id="2147483919" r:id="rId26"/>
    <p:sldLayoutId id="2147483924" r:id="rId27"/>
  </p:sldLayoutIdLst>
  <p:txStyles>
    <p:titleStyle>
      <a:lvl1pPr marL="0" algn="ctr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5" userDrawn="1">
          <p15:clr>
            <a:srgbClr val="F26B43"/>
          </p15:clr>
        </p15:guide>
        <p15:guide id="2" orient="horz" pos="448" userDrawn="1">
          <p15:clr>
            <a:srgbClr val="F26B43"/>
          </p15:clr>
        </p15:guide>
        <p15:guide id="3" orient="horz" pos="592" userDrawn="1">
          <p15:clr>
            <a:srgbClr val="F26B43"/>
          </p15:clr>
        </p15:guide>
        <p15:guide id="4" orient="horz" pos="70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960B4A3-6767-3FDA-1E2D-CC5CE23A019D}"/>
              </a:ext>
            </a:extLst>
          </p:cNvPr>
          <p:cNvGrpSpPr/>
          <p:nvPr userDrawn="1"/>
        </p:nvGrpSpPr>
        <p:grpSpPr>
          <a:xfrm>
            <a:off x="-506907" y="0"/>
            <a:ext cx="385174" cy="2469546"/>
            <a:chOff x="-1005852" y="-96712"/>
            <a:chExt cx="710542" cy="39769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F56642-52BC-B012-91A8-7234D557144B}"/>
                </a:ext>
              </a:extLst>
            </p:cNvPr>
            <p:cNvSpPr/>
            <p:nvPr/>
          </p:nvSpPr>
          <p:spPr>
            <a:xfrm>
              <a:off x="-1005852" y="-96712"/>
              <a:ext cx="710542" cy="611785"/>
            </a:xfrm>
            <a:prstGeom prst="rect">
              <a:avLst/>
            </a:prstGeom>
            <a:solidFill>
              <a:srgbClr val="3021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34850A-D30B-F2CF-322B-CBCEE69D72EE}"/>
                </a:ext>
              </a:extLst>
            </p:cNvPr>
            <p:cNvSpPr/>
            <p:nvPr/>
          </p:nvSpPr>
          <p:spPr>
            <a:xfrm>
              <a:off x="-1005852" y="576329"/>
              <a:ext cx="710542" cy="611785"/>
            </a:xfrm>
            <a:prstGeom prst="rect">
              <a:avLst/>
            </a:prstGeom>
            <a:solidFill>
              <a:srgbClr val="006E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82CAE6-B121-E8EB-EFD0-100A3F8D504D}"/>
                </a:ext>
              </a:extLst>
            </p:cNvPr>
            <p:cNvSpPr/>
            <p:nvPr/>
          </p:nvSpPr>
          <p:spPr>
            <a:xfrm>
              <a:off x="-1005852" y="1249370"/>
              <a:ext cx="710542" cy="611785"/>
            </a:xfrm>
            <a:prstGeom prst="rect">
              <a:avLst/>
            </a:prstGeom>
            <a:solidFill>
              <a:srgbClr val="3FBF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2BC776-CC76-FFCE-10FE-1AF5AA23D67E}"/>
                </a:ext>
              </a:extLst>
            </p:cNvPr>
            <p:cNvSpPr/>
            <p:nvPr/>
          </p:nvSpPr>
          <p:spPr>
            <a:xfrm>
              <a:off x="-1005852" y="1922411"/>
              <a:ext cx="710542" cy="61178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F298F9-B18C-D05F-1F5A-C72427339F67}"/>
                </a:ext>
              </a:extLst>
            </p:cNvPr>
            <p:cNvSpPr/>
            <p:nvPr/>
          </p:nvSpPr>
          <p:spPr>
            <a:xfrm>
              <a:off x="-1005852" y="3268493"/>
              <a:ext cx="710542" cy="611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6E385A-921C-EF3D-BB30-2421A6817141}"/>
                </a:ext>
              </a:extLst>
            </p:cNvPr>
            <p:cNvSpPr/>
            <p:nvPr/>
          </p:nvSpPr>
          <p:spPr>
            <a:xfrm>
              <a:off x="-1005852" y="2595452"/>
              <a:ext cx="710542" cy="61178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0573C15-7449-7941-1305-9A833EB530C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alphaModFix amt="50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A4C458A-900E-BC8C-6F58-2FFF1ED85F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07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9581-1B8E-7CE4-E7E6-D436B4C74F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0498" y="3170057"/>
            <a:ext cx="5563391" cy="517885"/>
          </a:xfrm>
        </p:spPr>
        <p:txBody>
          <a:bodyPr/>
          <a:lstStyle/>
          <a:p>
            <a:r>
              <a:rPr lang="en-US" dirty="0"/>
              <a:t>Capstone Submission Template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07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4A0F9-C7CA-2A1F-C6C3-E77CE139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CFDFF-FBE0-82CA-B690-5227B2AF7BC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02175"/>
                </a:solidFill>
              </a:rPr>
              <a:t>Milestone 1- AI Opportunity Brief</a:t>
            </a:r>
            <a:endParaRPr lang="en-IN" dirty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B14E9-8196-1355-7DF8-F153DA6AF50E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 hour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800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/>
                <a:ea typeface="Calibri"/>
                <a:cs typeface="Calibri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/>
                <a:ea typeface="Calibri"/>
                <a:cs typeface="Calibri"/>
              </a:rPr>
              <a:t>1. Business Context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Current Workflow Summary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/>
                <a:ea typeface="Calibri"/>
                <a:cs typeface="Calibri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D69FA-E182-9422-E139-D0A90EB4F5ED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3BC4F-D1E5-4AC3-8892-D0B50F6CD84D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585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17F4-A2E9-B8AA-BCEA-894FA7CC2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136AF-DE77-8B46-4B35-A7C1C061455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1- AI Opportunity Brief</a:t>
            </a:r>
            <a:endParaRPr lang="en-IN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11631-9D98-9FF9-04B2-BDE25165F4E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Workflow Challenge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Generative AI Is Relevant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Agentic AI Required?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E26E3B-E031-2E64-8E73-254F915F0524}"/>
              </a:ext>
            </a:extLst>
          </p:cNvPr>
          <p:cNvSpPr/>
          <p:nvPr/>
        </p:nvSpPr>
        <p:spPr>
          <a:xfrm>
            <a:off x="418616" y="1591521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A3DF4-170E-6B03-19BC-30ED8C470408}"/>
              </a:ext>
            </a:extLst>
          </p:cNvPr>
          <p:cNvSpPr/>
          <p:nvPr/>
        </p:nvSpPr>
        <p:spPr>
          <a:xfrm>
            <a:off x="420588" y="3341031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BD3645-6BD0-3762-2A8B-6AA73D7BD47D}"/>
              </a:ext>
            </a:extLst>
          </p:cNvPr>
          <p:cNvSpPr/>
          <p:nvPr/>
        </p:nvSpPr>
        <p:spPr>
          <a:xfrm>
            <a:off x="418615" y="5012412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47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AC9F-C1C3-52A9-F881-9195CF09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D4D95-A2FF-E3F4-CEA1-63287BDD046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1- AI Opportunity Brief</a:t>
            </a:r>
            <a:endParaRPr lang="en-IN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EDB69-6A71-9C47-31E4-A44EE3E1F062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Business Impact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Initial Value Hypothesis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F44514-36F3-7F2E-49D8-92084F86001F}"/>
              </a:ext>
            </a:extLst>
          </p:cNvPr>
          <p:cNvSpPr/>
          <p:nvPr/>
        </p:nvSpPr>
        <p:spPr>
          <a:xfrm>
            <a:off x="418617" y="1608876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B01E2-DBF6-E5DD-547C-3BCC79108EDA}"/>
              </a:ext>
            </a:extLst>
          </p:cNvPr>
          <p:cNvSpPr/>
          <p:nvPr/>
        </p:nvSpPr>
        <p:spPr>
          <a:xfrm>
            <a:off x="418617" y="3294727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06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4EFD-B4BE-2FB7-2DD3-82394BDB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70DE7-DF4F-10A8-56F0-1795E72A76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2- Workflow Baseline &amp; Risk Canvas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052FB-0080-D894-51B0-97DCBD4A5256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 hour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800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Current Workflow Steps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Manual vs Automated Tasks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E61BC2-98B9-6E99-F74F-A961AABDC9D6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AA3EE-7D74-3C70-A5AC-11673F2E272E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43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3EC6-2150-5630-4C95-40003ED0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12FF7-C5C6-C238-511D-BB60285066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2- Workflow Baseline &amp; Risk Canvas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81A17-58CE-0169-9D20-AFA630F1892D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Workflow Bottlenecks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Baseline Workflow Metrics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Expected Generative AI Outputs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4F44B-A9B8-EA78-A949-D889DE655DE3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E6186-8887-6354-544F-1DF24197503C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1D6FC6-2D59-54C0-7EFE-91EA8A86FEA6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14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1EEC-727F-7FF4-5EF1-2D79A386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168E-C723-CB7B-3363-7C8BC6DF92E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2- Workflow Baseline &amp; Risk Canvas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FFBAD-6ED5-92E8-DD01-F3348B987CF1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AI Limitations and Risks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6CC71-FD81-8F8F-0E64-83F70896AA3E}"/>
              </a:ext>
            </a:extLst>
          </p:cNvPr>
          <p:cNvSpPr/>
          <p:nvPr/>
        </p:nvSpPr>
        <p:spPr>
          <a:xfrm>
            <a:off x="418618" y="167643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9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9A20-00D9-E225-DB64-4AA32F5C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5123D-F2D0-4F43-9407-5E3D95AE776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3- Prompt &amp; Output Evaluation Toolkit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36E9C-0811-789F-02A5-1E9F451DC47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Purpose: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workflow task the prompt supports.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Text: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the full prompt that would be provided to the AI system.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E3A792-4EFF-62C2-023D-6E5232A0B274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B2EDC-C830-CB76-2F51-51D0859A6BFA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2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0FA5-71ED-F05E-430A-420668DE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F8153-5131-5AFB-FC12-B8DAB8F738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3- Prompt &amp; Output Evaluation Toolkit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A6EA0-29EF-49D4-F5DA-F2AC42C14BBC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Structure: 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information provided to the model.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Output Format: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how the AI response should be structured.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Criteria: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how the output will be evaluated.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16FA6-9CB3-F1EB-8510-863430EC0AA4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93E3AE-C5FC-2CB8-48BE-261D971C1F35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FF1252-C29B-CD09-3000-B6ED6723983A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04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AF65-1FFF-5245-2C80-5BD388C6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8F0CC-A90C-53F3-B536-83862FCD3AB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3- Prompt &amp; Output Evaluation Toolkit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EA6DB-4AF3-C2E7-C926-F833E3CF3089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Review Rule: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how employees will verify the AI output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BBDA8F-38E8-1D3A-C34F-45D68C608161}"/>
              </a:ext>
            </a:extLst>
          </p:cNvPr>
          <p:cNvSpPr/>
          <p:nvPr/>
        </p:nvSpPr>
        <p:spPr>
          <a:xfrm>
            <a:off x="418617" y="1620456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7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A8D8-9528-322E-B763-DFE5F985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DF7B7-827E-D109-9FE1-9FDC36446F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302175"/>
                </a:solidFill>
              </a:rPr>
              <a:t>Milestone 4- </a:t>
            </a:r>
            <a:r>
              <a:rPr lang="en-IN" dirty="0">
                <a:solidFill>
                  <a:srgbClr val="302175"/>
                </a:solidFill>
              </a:rPr>
              <a:t>Efficiency &amp; Financial Impact Model</a:t>
            </a:r>
            <a:endParaRPr lang="en-IN" b="0" dirty="0">
              <a:solidFill>
                <a:srgbClr val="302175"/>
              </a:solidFill>
            </a:endParaRPr>
          </a:p>
          <a:p>
            <a:pPr algn="ctr"/>
            <a:endParaRPr lang="en-IN" dirty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2F7CB-1B83-A5E8-1829-731F0C514313}"/>
              </a:ext>
            </a:extLst>
          </p:cNvPr>
          <p:cNvSpPr txBox="1"/>
          <p:nvPr/>
        </p:nvSpPr>
        <p:spPr>
          <a:xfrm>
            <a:off x="381965" y="1504709"/>
            <a:ext cx="113547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2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1500 words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E2C2A1-9FE3-E359-B0F5-5E3BD1956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38655"/>
              </p:ext>
            </p:extLst>
          </p:nvPr>
        </p:nvGraphicFramePr>
        <p:xfrm>
          <a:off x="807719" y="2960354"/>
          <a:ext cx="10576561" cy="26771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4730">
                  <a:extLst>
                    <a:ext uri="{9D8B030D-6E8A-4147-A177-3AD203B41FA5}">
                      <a16:colId xmlns:a16="http://schemas.microsoft.com/office/drawing/2014/main" val="1218691136"/>
                    </a:ext>
                  </a:extLst>
                </a:gridCol>
                <a:gridCol w="1848516">
                  <a:extLst>
                    <a:ext uri="{9D8B030D-6E8A-4147-A177-3AD203B41FA5}">
                      <a16:colId xmlns:a16="http://schemas.microsoft.com/office/drawing/2014/main" val="2574135444"/>
                    </a:ext>
                  </a:extLst>
                </a:gridCol>
                <a:gridCol w="2801359">
                  <a:extLst>
                    <a:ext uri="{9D8B030D-6E8A-4147-A177-3AD203B41FA5}">
                      <a16:colId xmlns:a16="http://schemas.microsoft.com/office/drawing/2014/main" val="1268791974"/>
                    </a:ext>
                  </a:extLst>
                </a:gridCol>
                <a:gridCol w="1867573">
                  <a:extLst>
                    <a:ext uri="{9D8B030D-6E8A-4147-A177-3AD203B41FA5}">
                      <a16:colId xmlns:a16="http://schemas.microsoft.com/office/drawing/2014/main" val="3809106568"/>
                    </a:ext>
                  </a:extLst>
                </a:gridCol>
                <a:gridCol w="3144383">
                  <a:extLst>
                    <a:ext uri="{9D8B030D-6E8A-4147-A177-3AD203B41FA5}">
                      <a16:colId xmlns:a16="http://schemas.microsoft.com/office/drawing/2014/main" val="1809579149"/>
                    </a:ext>
                  </a:extLst>
                </a:gridCol>
              </a:tblGrid>
              <a:tr h="446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% Time Saved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  Annual Hours Saved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Cost per Hour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  Annual Cost Reduction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601836"/>
                  </a:ext>
                </a:extLst>
              </a:tr>
              <a:tr h="446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 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778357"/>
                  </a:ext>
                </a:extLst>
              </a:tr>
              <a:tr h="446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76279"/>
                  </a:ext>
                </a:extLst>
              </a:tr>
              <a:tr h="446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122824"/>
                  </a:ext>
                </a:extLst>
              </a:tr>
              <a:tr h="4461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 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68943"/>
                  </a:ext>
                </a:extLst>
              </a:tr>
              <a:tr h="4461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effectLst/>
                        </a:rPr>
                        <a:t>Task 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89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67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6BB0-F37C-9317-A89F-D14E2BD7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D7188-18DE-83D0-6B70-E2143D0940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4- </a:t>
            </a:r>
            <a:r>
              <a:rPr lang="en-IN">
                <a:solidFill>
                  <a:srgbClr val="302175"/>
                </a:solidFill>
              </a:rPr>
              <a:t>Efficiency &amp; Financial Impact Model</a:t>
            </a:r>
            <a:endParaRPr lang="en-IN" b="0">
              <a:solidFill>
                <a:srgbClr val="302175"/>
              </a:solidFill>
            </a:endParaRPr>
          </a:p>
          <a:p>
            <a:pPr algn="ctr"/>
            <a:endParaRPr lang="en-IN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85BC6-3D3A-52A9-5E74-A0A4CDAB1D88}"/>
              </a:ext>
            </a:extLst>
          </p:cNvPr>
          <p:cNvSpPr txBox="1"/>
          <p:nvPr/>
        </p:nvSpPr>
        <p:spPr>
          <a:xfrm>
            <a:off x="381965" y="1504709"/>
            <a:ext cx="113547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 include: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Estimated implementation cost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Estimated 3-year ROI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AE744B-3EF5-7E09-091B-2B8A4AA75183}"/>
              </a:ext>
            </a:extLst>
          </p:cNvPr>
          <p:cNvSpPr/>
          <p:nvPr/>
        </p:nvSpPr>
        <p:spPr>
          <a:xfrm>
            <a:off x="418617" y="213861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D4C35-4BA3-563E-B2A1-091D5FB2D2CD}"/>
              </a:ext>
            </a:extLst>
          </p:cNvPr>
          <p:cNvSpPr/>
          <p:nvPr/>
        </p:nvSpPr>
        <p:spPr>
          <a:xfrm>
            <a:off x="418617" y="382446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551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68BB-EFC1-F1D1-0600-D9653D7C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B3E7A-77BD-556D-8145-CE76CA324A1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5- Future-State Workflow Redesign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42299-AC91-0479-9BD0-0811BFBF0933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Current-State Workflow Diagram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AI-Enabled Future-State Workflow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52B5F-FBCF-1349-A837-45E3250DDF28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203F4-1A4C-60D7-FE07-4F43D9A2BF2B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8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7D72-38B8-B199-E994-D009793C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BF537-B017-D03F-8BF3-F56CC8DE8E2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5- </a:t>
            </a:r>
            <a:r>
              <a:rPr lang="en-IN">
                <a:solidFill>
                  <a:srgbClr val="302175"/>
                </a:solidFill>
              </a:rPr>
              <a:t>Future-State Workflow Redesign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8BBD6-8833-9C03-5DDC-151E59FFAD36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Capabilities Enabled by AI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Business Impact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FA30D-DD4C-466F-B262-3E08595281FA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0C32D-B11D-20A8-1531-02BC55F8F94E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56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8340A-2BAE-2937-67FB-3FB0E19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417F6-CCB3-E076-409B-17EC51F38BA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6 - </a:t>
            </a:r>
            <a:r>
              <a:rPr lang="en-IN">
                <a:solidFill>
                  <a:srgbClr val="302175"/>
                </a:solidFill>
              </a:rPr>
              <a:t>Agent Architecture Blueprint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CAB46-E80B-49C5-0845-373F3B9C982D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Objective and Business Context: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purpose of the agent and the workflow it supports.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Agent Planning Workflow: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step-by-step actions the agent performs.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3E335-247D-8111-26D5-4C10A9CBC707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083A1-036E-4C1C-CD2B-8158D47AE1E8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93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EFF7-CEB0-BBA4-5D8C-84F22D7D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7C3B7-01C1-6281-3A91-0B007389D9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6 - </a:t>
            </a:r>
            <a:r>
              <a:rPr lang="en-IN">
                <a:solidFill>
                  <a:srgbClr val="302175"/>
                </a:solidFill>
              </a:rPr>
              <a:t>Agent Architecture Blueprint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6CCAB-0781-5914-2F6B-9FEF1D02791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Tool Ecosystem: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the tools, systems, or APIs the agent interacts with.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Design: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short-term and long-term memory used by the agent (if applicable).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Autonomy Level and Human Oversight: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how much control the agent has and where humans remain involved.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36915-2B71-5209-154E-ABF8F19B2A77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A5ED1E-2F9B-5CEB-11D1-477BCD2BF02A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A1B4DD-DC22-F77A-E0F5-005017EB2810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947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E7AD-D7D2-5F54-A729-D2A70B0B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79A61-3B6D-4C7D-A97E-1B2743E8DD2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6 - </a:t>
            </a:r>
            <a:r>
              <a:rPr lang="en-IN">
                <a:solidFill>
                  <a:srgbClr val="302175"/>
                </a:solidFill>
              </a:rPr>
              <a:t>Agent Architecture Blueprint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00C85-1B29-69D8-36B4-D81D1CD8728B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Execution Cost: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simplified estimate of cost per task or transaction.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80B297-D477-C270-D6AC-EE9CD74CB055}"/>
              </a:ext>
            </a:extLst>
          </p:cNvPr>
          <p:cNvSpPr/>
          <p:nvPr/>
        </p:nvSpPr>
        <p:spPr>
          <a:xfrm>
            <a:off x="418617" y="1620456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759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E8DF6-19FB-39A2-7390-6BFD8565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17E6E-3C5A-0426-FC59-65022A99A6D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7 - </a:t>
            </a:r>
            <a:r>
              <a:rPr lang="en-IN">
                <a:solidFill>
                  <a:srgbClr val="302175"/>
                </a:solidFill>
              </a:rPr>
              <a:t>Human-in-the-Loop &amp; Responsibility Matrix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CF6B6-77B8-49F7-11AC-6A28E7F43166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vs Human-Controlled Workflow Steps: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which parts of the workflow are handled by AI and which remain human-controlled.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Human Approval Checkpoints: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where human review or approval is required before actions are executed.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2CAE7-0D75-9412-5F67-757497EF7641}"/>
              </a:ext>
            </a:extLst>
          </p:cNvPr>
          <p:cNvSpPr/>
          <p:nvPr/>
        </p:nvSpPr>
        <p:spPr>
          <a:xfrm>
            <a:off x="418617" y="295180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AB63BA-0BCB-A01A-DA79-3726DB5089E4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643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8AE8-4535-4CA7-2F06-23B0AB3C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88EF8-0FF2-2F0F-88F9-70D98486B47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7 - </a:t>
            </a:r>
            <a:r>
              <a:rPr lang="en-IN">
                <a:solidFill>
                  <a:srgbClr val="302175"/>
                </a:solidFill>
              </a:rPr>
              <a:t>Human-in-the-Loop &amp; Responsibility Matrix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9D69F-33FF-03AF-B968-51A2023E9535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Escalation Rules: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how the system handles: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Uncertain outputs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Complex cases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Operational failures</a:t>
            </a: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Override Mechanisms: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Describe how humans can modify or reject AI outputs.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ED58CC-0B66-6504-23AA-6B757BDA2731}"/>
              </a:ext>
            </a:extLst>
          </p:cNvPr>
          <p:cNvSpPr/>
          <p:nvPr/>
        </p:nvSpPr>
        <p:spPr>
          <a:xfrm>
            <a:off x="418617" y="22808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17EAD-AF32-2EB2-6B73-8F6FE89326D6}"/>
              </a:ext>
            </a:extLst>
          </p:cNvPr>
          <p:cNvSpPr/>
          <p:nvPr/>
        </p:nvSpPr>
        <p:spPr>
          <a:xfrm>
            <a:off x="418617" y="40175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73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DEB5-5FB9-75BE-7614-F89A0FAF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F9B4B-DD26-F429-E1E9-0C3913F5BF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7 - </a:t>
            </a:r>
            <a:r>
              <a:rPr lang="en-IN">
                <a:solidFill>
                  <a:srgbClr val="302175"/>
                </a:solidFill>
              </a:rPr>
              <a:t>Human-in-the-Loop &amp; Responsibility Matrix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DE3B6-301D-721B-72F8-CCCEE6570466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Responsibility Matrix: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 simple table showing who is responsible for:</a:t>
            </a:r>
          </a:p>
          <a:p>
            <a:pPr lvl="1"/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AI system operations</a:t>
            </a:r>
            <a:b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Human review tasks</a:t>
            </a:r>
            <a:b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Final accountability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7E11A-C1E9-6AA0-B1C5-59ADECF20412}"/>
              </a:ext>
            </a:extLst>
          </p:cNvPr>
          <p:cNvSpPr/>
          <p:nvPr/>
        </p:nvSpPr>
        <p:spPr>
          <a:xfrm>
            <a:off x="418617" y="2362136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700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6FF2-4DD2-9BEA-020B-740AB815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0F0E6-05C5-7D05-6DBB-6640CB23D32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8 - </a:t>
            </a:r>
            <a:r>
              <a:rPr lang="en-IN">
                <a:solidFill>
                  <a:srgbClr val="302175"/>
                </a:solidFill>
              </a:rPr>
              <a:t>Autonomous Workflow &amp; Failure Design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61F2F-8FC3-4FA3-9F0B-0303FF6B4E08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1s00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Event-Triggered Autonomous Workflow: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Describe the event that activates the AI agent and outline the workflow steps that follow.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 Orchestration: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which systems and tools the AI agent interacts with.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CD892-E357-3EF4-B81B-3C34D7A035AD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955123-64B3-8A38-07EE-7E558425AB91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185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32A4-603E-6538-8544-57AF521D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88B86-7F06-5381-8AD4-4CE9A2E3490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8 - </a:t>
            </a:r>
            <a:r>
              <a:rPr lang="en-IN">
                <a:solidFill>
                  <a:srgbClr val="302175"/>
                </a:solidFill>
              </a:rPr>
              <a:t>Autonomous Workflow &amp; Failure Design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F0A99-8F4C-8A2A-7D5C-1031A64F41A1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Simulation Scenarios: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possible failure cases that could occur within the workflow.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Escalation Path: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how the system handles failures and which human roles are notified.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Strategy: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how the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monitors system performance and reliability.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9A3AF-5ADA-2765-05A5-9D1B3942DDE7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651C1-822D-EADD-6136-496EB606D8DA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05F87-9E2F-F11E-39D4-D68BDC55188E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618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D958-491E-9D25-339A-CC40233B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CDBC9-EF1E-C0E5-7627-42AA81FBE2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9 - </a:t>
            </a:r>
            <a:r>
              <a:rPr lang="en-IN">
                <a:solidFill>
                  <a:srgbClr val="302175"/>
                </a:solidFill>
              </a:rPr>
              <a:t>Strategic Validation &amp; Investment Brief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665D7-A539-EADB-F4B8-30095C5C6486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of Three AI Initiatives: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description of the capstone use case and two alternative initiatives.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Comparison Framework: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across feasibility, ROI, risk, and strategic impact.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3EFCC9-358A-853A-D441-0B9839435C47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2BD44-8985-354D-6CF4-1BD53AB07489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51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337C-DC68-0F13-A5A9-1248A2E9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3AD2F-1D46-6A7D-66BA-92452305D83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9 - </a:t>
            </a:r>
            <a:r>
              <a:rPr lang="en-IN">
                <a:solidFill>
                  <a:srgbClr val="302175"/>
                </a:solidFill>
              </a:rPr>
              <a:t>Strategic Validation &amp; Investment Brief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51007-8BBE-642F-728D-D390DF71646D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Scoring Matrix (Optional but Recommended):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simple scoring framework supporting your decision.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Prioritisation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Decision: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of which initiative should be implemented first.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and Change Management Considerations: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 resources and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organisational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changes required.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0F1CB-70C2-82FA-0B92-5C25452C515E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FAF31-9AB9-3BCF-C845-4C730313F0FD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F5F08D-9DB7-B665-8DCD-24AC261D6138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506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1F7EE-B390-F88F-A2E9-EE9C1AF78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DE20-29BE-F7ED-5339-F190963160F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10 - Industry Benchmark &amp; Competitive Positioning Note</a:t>
            </a:r>
            <a:endParaRPr lang="en-IN" b="0">
              <a:solidFill>
                <a:srgbClr val="302175"/>
              </a:solidFill>
            </a:endParaRPr>
          </a:p>
          <a:p>
            <a:pPr algn="ctr"/>
            <a:endParaRPr lang="en-US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01FCB-1256-CE94-036B-8E2F33F3AC1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1 Benchmark: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description of the AI implementation, scale, and outcomes.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Company 2 Benchmark: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description of the AI implementation, scale, and outcomes.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63779A-94A3-9080-B795-A0ED8CAED976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B6878-6457-B3C8-0CAB-F7D57DB8F782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231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256E-53B8-88B0-8C81-7F674C2C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F8B13-D181-7872-CD6E-150806D6DF0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10 - Industry Benchmark &amp; Competitive Positioning Note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49BAC-BFDF-806F-2622-56B5482B56D9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 for Your AI Solution: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Lessons drawn from the two industry examples.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Competitive Positioning Reflection: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 reflection explaining how your proposed AI solution compares with industry practices.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03F4C-AF18-9F87-9A21-90D97A2B8354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6E63F-3630-3D8F-BDE8-15930EB63250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91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6A1A6-D002-7D3A-E38C-A6B5FD6AF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00BB5-E83D-1655-57CF-6B91F5033B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11 - Enterprise Architecture &amp; Vendor Strategy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B0E0B-1C58-0130-DF08-DC116F70F7AD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2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1500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Architecture Overview: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explanation of the overall system architecture.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Vendor Ecosystem: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of the platforms or types of vendors required.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4CB991-DE63-651E-F6B6-775745CB9B74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73F56-905C-AEDC-8F41-344DAE81FA13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17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E1E60-EEAE-3393-E363-2FCEDC06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A2300-77B4-677B-07AB-DBFA05205B7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11 - Enterprise Architecture &amp; Vendor Strategy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FE13B-1CBC-2C14-A34C-4282AE53E85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vs Buy Decision: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of which components will be built internally or sourced externally.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and Integration Architecture: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of data sources, data flows, and system integrations.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Layer: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how security and access control are handled.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1CA06A-0720-43BA-644D-DB93EB4E80FC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52F81-E715-E907-8AA9-883989C32EE3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434B9C-AB86-72EF-34E7-43B14AD6C953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158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A410C-8A24-759B-B0A2-E9915CDF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E6B4-F8B5-BE89-1634-C059DFDF748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11 - Enterprise Architecture &amp; Vendor Strategy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65982-F661-65CE-8610-40C35D9F28FD}"/>
              </a:ext>
            </a:extLst>
          </p:cNvPr>
          <p:cNvSpPr txBox="1"/>
          <p:nvPr/>
        </p:nvSpPr>
        <p:spPr>
          <a:xfrm>
            <a:off x="418618" y="1184672"/>
            <a:ext cx="113547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Implementation Budget: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High-level estimate of implementation and operational costs.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C4AF4B-6436-DDD1-37FC-6C62FCA37659}"/>
              </a:ext>
            </a:extLst>
          </p:cNvPr>
          <p:cNvSpPr/>
          <p:nvPr/>
        </p:nvSpPr>
        <p:spPr>
          <a:xfrm>
            <a:off x="418617" y="1620456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663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B7E3-9F96-02A5-7721-370A4DF5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CF842-6CA7-78EB-D8EA-C706E0CF70A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12 - Enterprise Architecture &amp; Vendor Strategy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73184-3A44-53F3-81B7-8D543B59DB3F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2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1500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Risk Identification: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key risks associated with your AI solution.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 Controls: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of mechanisms addressing privacy, hallucinations, and bias.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083032-9FDF-84C1-2BCD-0D6F0C14FAEA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117D6-768A-A830-1336-9A6C33F2D46A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776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3194-E608-90C9-77D4-E2DAD7BA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C9E4C-252B-9512-486F-EF601EBD3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12 - Enterprise Architecture &amp; Vendor Strategy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BAAA9-F7A5-93F8-B8EB-E0985BBA090C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and Audit Processes: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of how the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tracks AI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maintains accountability.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Response Strategy: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 of procedures for managing AI system failures or unexpected </a:t>
            </a:r>
            <a:r>
              <a:rPr lang="en-US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 Considerations: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Brief reflection on regulatory or compliance considerations relevant to the AI system.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D43403-85A8-4DA5-BEFD-195DDA2EC041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A7769-3830-005D-9782-16B57BBAB825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87791B-0362-AF5D-2333-3EEA96F0CD54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873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3C41-28F0-6D3E-76B1-83915F1B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A4988-9530-84AD-5A4A-F41FB29BC2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13 - 3-Year AI Capability Roadmap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B81DF-163D-1A33-F5BA-C838E3DB8271}"/>
              </a:ext>
            </a:extLst>
          </p:cNvPr>
          <p:cNvSpPr txBox="1"/>
          <p:nvPr/>
        </p:nvSpPr>
        <p:spPr>
          <a:xfrm>
            <a:off x="418617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1.5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1200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 – Pilot Implementation: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of how the AI system is initially tested and validated.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 – Scaled Deployment: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of how the system expands across the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9A1C75-DA52-41F8-2ED5-5F6B6C8E1087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1CFEE-6C6A-4119-CFA0-FF122DC5891C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45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213D-9AAC-9B2A-E156-890649C2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9D947-C7B3-9F1E-3B68-8EBC336A6D1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13 - 3-Year AI Capability Roadmap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B1CAE-D074-09A7-1A68-833541882170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 – Autonomous Expansion: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 of how the system evolves towards greater autonomy and intelligence.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Future Capability Enhancements: 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of potential advanced AI capabilities such as multimodal systems, predictive analytics, or advanced agents.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36016-62D8-88DA-C8F5-FD3F5AE5C1A3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C1256B-ADC5-8EDF-0242-9298A3CF0368}"/>
              </a:ext>
            </a:extLst>
          </p:cNvPr>
          <p:cNvSpPr/>
          <p:nvPr/>
        </p:nvSpPr>
        <p:spPr>
          <a:xfrm>
            <a:off x="430192" y="34915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380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B431-E075-5DEE-59DF-7DA5BC03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24184-9259-131F-0F37-D7E3DD7B977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14 - Executive AI Transformation Proposal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A02A6-D109-F488-9B5E-352A7CF6FA74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Effort: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2 hours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Limit: 1500 words</a:t>
            </a:r>
          </a:p>
          <a:p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your response in the provided box. You can adjust the box as per your response. The deliverable must include the following: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overview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organisational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context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Current workflow baseline</a:t>
            </a:r>
          </a:p>
          <a:p>
            <a:pPr marL="342900" indent="-342900">
              <a:buAutoNum type="arabicPeriod" startAt="2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2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2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2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172C67-5A47-5C02-66C2-142320FA8398}"/>
              </a:ext>
            </a:extLst>
          </p:cNvPr>
          <p:cNvSpPr/>
          <p:nvPr/>
        </p:nvSpPr>
        <p:spPr>
          <a:xfrm>
            <a:off x="418617" y="287052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7B7EC2-833D-FE62-EC27-910C98E7E28B}"/>
              </a:ext>
            </a:extLst>
          </p:cNvPr>
          <p:cNvSpPr/>
          <p:nvPr/>
        </p:nvSpPr>
        <p:spPr>
          <a:xfrm>
            <a:off x="418617" y="455637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337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59E9-FB91-CAC9-D50C-570DB856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2DA75-D6BE-389D-B8A7-45FD09F2029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14 - Executive AI Transformation Proposal</a:t>
            </a:r>
            <a:endParaRPr lang="en-IN" b="0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4BA6F-F756-71CC-F665-176C33EE9D13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Generative AI opportunity and redesigned workflow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AI agent architecture and automation design</a:t>
            </a: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4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Financial impact analysis</a:t>
            </a:r>
          </a:p>
          <a:p>
            <a:pPr marL="342900" indent="-342900">
              <a:buAutoNum type="arabicPeriod" startAt="5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5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5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5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5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732663-2C31-63D5-2D0A-E673BF0D8D2D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AE0ABC-0AB7-BC10-73AE-34F7FDF05DAD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0C055E-3821-824F-3F32-FB9E05FBA218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868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F719-B075-3946-01E0-59327E22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1843D-6F7D-5137-9C44-64CAD501B0C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40058" y="177833"/>
            <a:ext cx="7511885" cy="1006839"/>
          </a:xfrm>
        </p:spPr>
        <p:txBody>
          <a:bodyPr/>
          <a:lstStyle/>
          <a:p>
            <a:pPr algn="ctr"/>
            <a:r>
              <a:rPr lang="en-US">
                <a:solidFill>
                  <a:srgbClr val="302175"/>
                </a:solidFill>
              </a:rPr>
              <a:t>Milestone 14 - Executive AI Transformation Proposal</a:t>
            </a:r>
            <a:endParaRPr lang="en-IN" b="0">
              <a:solidFill>
                <a:srgbClr val="302175"/>
              </a:solidFill>
            </a:endParaRPr>
          </a:p>
          <a:p>
            <a:pPr algn="ctr"/>
            <a:endParaRPr lang="en-US">
              <a:solidFill>
                <a:srgbClr val="30217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FD768-9045-4B7D-1FB0-DC821FB013E9}"/>
              </a:ext>
            </a:extLst>
          </p:cNvPr>
          <p:cNvSpPr txBox="1"/>
          <p:nvPr/>
        </p:nvSpPr>
        <p:spPr>
          <a:xfrm>
            <a:off x="418618" y="1184672"/>
            <a:ext cx="1135476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Strategic alignment discussion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Governance and risk management framework</a:t>
            </a: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 startAt="7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Implementation roadmap</a:t>
            </a: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Kindly add additional slides to any milestone task, if needed.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23736-5203-EDBC-6C27-0C7E7BFF2E00}"/>
              </a:ext>
            </a:extLst>
          </p:cNvPr>
          <p:cNvSpPr/>
          <p:nvPr/>
        </p:nvSpPr>
        <p:spPr>
          <a:xfrm>
            <a:off x="418617" y="1620453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B6A83-08D7-D84A-B411-3C2C854B09FA}"/>
              </a:ext>
            </a:extLst>
          </p:cNvPr>
          <p:cNvSpPr/>
          <p:nvPr/>
        </p:nvSpPr>
        <p:spPr>
          <a:xfrm>
            <a:off x="418617" y="3306304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66ACF-FE11-9B1F-F33B-87018E3270D1}"/>
              </a:ext>
            </a:extLst>
          </p:cNvPr>
          <p:cNvSpPr/>
          <p:nvPr/>
        </p:nvSpPr>
        <p:spPr>
          <a:xfrm>
            <a:off x="418616" y="5000088"/>
            <a:ext cx="11457007" cy="10301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67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B5D9-FE38-A6D4-F6DB-E8F0979C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604912"/>
      </p:ext>
    </p:extLst>
  </p:cSld>
  <p:clrMapOvr>
    <a:masterClrMapping/>
  </p:clrMapOvr>
</p:sld>
</file>

<file path=ppt/theme/theme1.xml><?xml version="1.0" encoding="utf-8"?>
<a:theme xmlns:a="http://schemas.openxmlformats.org/drawingml/2006/main" name="2_Ble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60:40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Wide with image/text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Intro &amp; Outro">
  <a:themeElements>
    <a:clrScheme name="PFB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495"/>
      </a:accent1>
      <a:accent2>
        <a:srgbClr val="4C86B8"/>
      </a:accent2>
      <a:accent3>
        <a:srgbClr val="5B926B"/>
      </a:accent3>
      <a:accent4>
        <a:srgbClr val="C3161C"/>
      </a:accent4>
      <a:accent5>
        <a:srgbClr val="898989"/>
      </a:accent5>
      <a:accent6>
        <a:srgbClr val="FFFFFF"/>
      </a:accent6>
      <a:hlink>
        <a:srgbClr val="000000"/>
      </a:hlink>
      <a:folHlink>
        <a:srgbClr val="954F72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Null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/>
      <a:lstStyle>
        <a:defPPr algn="l">
          <a:defRPr sz="3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Ab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ace7b-419a-4620-be26-5a3fa6f280f9" xsi:nil="true"/>
    <lcf76f155ced4ddcb4097134ff3c332f xmlns="41077cac-fa1c-4939-a97a-a20b352af600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F373DBC30DDB459CEFB92C6B00A939" ma:contentTypeVersion="21" ma:contentTypeDescription="Create a new document." ma:contentTypeScope="" ma:versionID="2c9d209369d938e7e2acd322f7c7b574">
  <xsd:schema xmlns:xsd="http://www.w3.org/2001/XMLSchema" xmlns:xs="http://www.w3.org/2001/XMLSchema" xmlns:p="http://schemas.microsoft.com/office/2006/metadata/properties" xmlns:ns1="http://schemas.microsoft.com/sharepoint/v3" xmlns:ns2="41077cac-fa1c-4939-a97a-a20b352af600" xmlns:ns3="7bdace7b-419a-4620-be26-5a3fa6f280f9" targetNamespace="http://schemas.microsoft.com/office/2006/metadata/properties" ma:root="true" ma:fieldsID="7fd129db3303cfb8bc985c4801b84682" ns1:_="" ns2:_="" ns3:_="">
    <xsd:import namespace="http://schemas.microsoft.com/sharepoint/v3"/>
    <xsd:import namespace="41077cac-fa1c-4939-a97a-a20b352af600"/>
    <xsd:import namespace="7bdace7b-419a-4620-be26-5a3fa6f280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77cac-fa1c-4939-a97a-a20b352af6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8679018-c8b5-43e9-adcd-8cca0014b2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ace7b-419a-4620-be26-5a3fa6f280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f3da60f-b4b7-4509-b80c-25011b1998e9}" ma:internalName="TaxCatchAll" ma:showField="CatchAllData" ma:web="7bdace7b-419a-4620-be26-5a3fa6f28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5D8DFA-C512-4F5A-9043-9A5917E6A5B0}">
  <ds:schemaRefs>
    <ds:schemaRef ds:uri="http://purl.org/dc/elements/1.1/"/>
    <ds:schemaRef ds:uri="http://www.w3.org/XML/1998/namespace"/>
    <ds:schemaRef ds:uri="41077cac-fa1c-4939-a97a-a20b352af60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bdace7b-419a-4620-be26-5a3fa6f280f9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261CB6F-E145-4951-8544-80A2DE1E6B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077cac-fa1c-4939-a97a-a20b352af600"/>
    <ds:schemaRef ds:uri="7bdace7b-419a-4620-be26-5a3fa6f28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3B4E26-013F-4A26-AE18-05C164CB5D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3152</TotalTime>
  <Words>2344</Words>
  <Application>Microsoft Office PowerPoint</Application>
  <PresentationFormat>Widescreen</PresentationFormat>
  <Paragraphs>773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Aptos</vt:lpstr>
      <vt:lpstr>Aptos Narrow</vt:lpstr>
      <vt:lpstr>Arial</vt:lpstr>
      <vt:lpstr>Calibri</vt:lpstr>
      <vt:lpstr>Merriweather</vt:lpstr>
      <vt:lpstr>Montserrat</vt:lpstr>
      <vt:lpstr>Novel Pro</vt:lpstr>
      <vt:lpstr>2_Bleed</vt:lpstr>
      <vt:lpstr>3_60:40</vt:lpstr>
      <vt:lpstr>4_Wide with image/text</vt:lpstr>
      <vt:lpstr>1_Intro &amp; Outro</vt:lpstr>
      <vt:lpstr>5_Null</vt:lpstr>
      <vt:lpstr>About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Value/Ease Matrix</dc:title>
  <dc:creator>Microsoft account</dc:creator>
  <cp:lastModifiedBy>Unmesh Zore</cp:lastModifiedBy>
  <cp:revision>79</cp:revision>
  <dcterms:created xsi:type="dcterms:W3CDTF">2021-09-27T02:25:21Z</dcterms:created>
  <dcterms:modified xsi:type="dcterms:W3CDTF">2026-03-20T12:42:50Z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0x01010047F373DBC30DDB459CEFB92C6B00A939</vt:lpwstr>
  </property>
  <property fmtid="{D5CDD505-2E9C-101B-9397-08002B2CF9AE}" pid="3" name="MediaServiceImageTags">
    <vt:lpwstr/>
  </property>
</Properties>
</file>